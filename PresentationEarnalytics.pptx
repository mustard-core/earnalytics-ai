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8288000" cy="10287000"/>
  <p:notesSz cx="6858000" cy="9144000"/>
  <p:embeddedFontLst>
    <p:embeddedFont>
      <p:font typeface="NSimSun" panose="02010609030101010101" pitchFamily="49" charset="-122"/>
      <p:regular r:id="rId16"/>
    </p:embeddedFont>
    <p:embeddedFont>
      <p:font typeface="Calibri" panose="020F0502020204030204" pitchFamily="34" charset="0"/>
      <p:regular r:id="rId17"/>
      <p:bold r:id="rId18"/>
      <p:italic r:id="rId19"/>
      <p:boldItalic r:id="rId20"/>
    </p:embeddedFont>
    <p:embeddedFont>
      <p:font typeface="Cardo" panose="020B0604020202020204" charset="-79"/>
      <p:regular r:id="rId21"/>
    </p:embeddedFont>
    <p:embeddedFont>
      <p:font typeface="Didact Gothic" panose="020B0604020202020204" charset="0"/>
      <p:regular r:id="rId22"/>
    </p:embeddedFont>
    <p:embeddedFont>
      <p:font typeface="Palatino Linotype" panose="02040502050505030304" pitchFamily="18" charset="0"/>
      <p:regular r:id="rId23"/>
      <p:bold r:id="rId24"/>
      <p:italic r:id="rId25"/>
      <p:boldItalic r:id="rId26"/>
    </p:embeddedFont>
    <p:embeddedFont>
      <p:font typeface="Public Sans" panose="020B0604020202020204" charset="0"/>
      <p:regular r:id="rId27"/>
    </p:embeddedFont>
    <p:embeddedFont>
      <p:font typeface="Public Sans Bold" panose="020B0604020202020204" charset="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90" y="14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683DADA-E254-4D15-A8C6-FE003D74183E}" type="doc">
      <dgm:prSet loTypeId="urn:microsoft.com/office/officeart/2011/layout/InterconnectedBlockProcess" loCatId="process" qsTypeId="urn:microsoft.com/office/officeart/2005/8/quickstyle/simple2" qsCatId="simple" csTypeId="urn:microsoft.com/office/officeart/2005/8/colors/accent1_2" csCatId="accent1" phldr="1"/>
      <dgm:spPr/>
    </dgm:pt>
    <dgm:pt modelId="{A1AF0A1A-5D8F-4313-9579-035953847564}">
      <dgm:prSet phldrT="[Text]"/>
      <dgm:spPr/>
      <dgm:t>
        <a:bodyPr/>
        <a:lstStyle/>
        <a:p>
          <a:r>
            <a:rPr lang="en-US" dirty="0"/>
            <a:t>Data Cleaning</a:t>
          </a:r>
        </a:p>
      </dgm:t>
    </dgm:pt>
    <dgm:pt modelId="{03E842C1-A0EE-49B1-969B-9306760EED4B}" type="parTrans" cxnId="{996A7CDF-C900-4F18-AEDA-0445D509F179}">
      <dgm:prSet/>
      <dgm:spPr/>
      <dgm:t>
        <a:bodyPr/>
        <a:lstStyle/>
        <a:p>
          <a:endParaRPr lang="en-US"/>
        </a:p>
      </dgm:t>
    </dgm:pt>
    <dgm:pt modelId="{E7DA6ED9-089E-4268-BEE9-A0BA1D90EB1F}" type="sibTrans" cxnId="{996A7CDF-C900-4F18-AEDA-0445D509F179}">
      <dgm:prSet/>
      <dgm:spPr/>
      <dgm:t>
        <a:bodyPr/>
        <a:lstStyle/>
        <a:p>
          <a:endParaRPr lang="en-US"/>
        </a:p>
      </dgm:t>
    </dgm:pt>
    <dgm:pt modelId="{77D8A802-8D0C-4740-8FE3-7610BF81C1CC}">
      <dgm:prSet phldrT="[Text]"/>
      <dgm:spPr/>
      <dgm:t>
        <a:bodyPr/>
        <a:lstStyle/>
        <a:p>
          <a:pPr algn="ctr"/>
          <a:r>
            <a:rPr lang="en-US" dirty="0"/>
            <a:t>Converting blank values to NaN.</a:t>
          </a:r>
        </a:p>
      </dgm:t>
    </dgm:pt>
    <dgm:pt modelId="{58BDE930-5041-4C19-A006-01A1027E2195}" type="parTrans" cxnId="{12329246-5621-4F14-A275-E26A5328CAD8}">
      <dgm:prSet/>
      <dgm:spPr/>
      <dgm:t>
        <a:bodyPr/>
        <a:lstStyle/>
        <a:p>
          <a:endParaRPr lang="en-US"/>
        </a:p>
      </dgm:t>
    </dgm:pt>
    <dgm:pt modelId="{08853D16-6BDE-4A4C-AC08-A6F8F1A9D277}" type="sibTrans" cxnId="{12329246-5621-4F14-A275-E26A5328CAD8}">
      <dgm:prSet/>
      <dgm:spPr/>
      <dgm:t>
        <a:bodyPr/>
        <a:lstStyle/>
        <a:p>
          <a:endParaRPr lang="en-US"/>
        </a:p>
      </dgm:t>
    </dgm:pt>
    <dgm:pt modelId="{EC41809E-BC08-4F60-B9A1-7A8222310D62}">
      <dgm:prSet phldrT="[Text]"/>
      <dgm:spPr/>
      <dgm:t>
        <a:bodyPr/>
        <a:lstStyle/>
        <a:p>
          <a:r>
            <a:rPr lang="en-US" dirty="0"/>
            <a:t>Model training</a:t>
          </a:r>
        </a:p>
      </dgm:t>
    </dgm:pt>
    <dgm:pt modelId="{6AFFD3E6-ECF7-437C-BD6A-01FDBF58E21D}" type="parTrans" cxnId="{DB9690E0-5678-421E-A785-1CABF3EE05FC}">
      <dgm:prSet/>
      <dgm:spPr/>
      <dgm:t>
        <a:bodyPr/>
        <a:lstStyle/>
        <a:p>
          <a:endParaRPr lang="en-US"/>
        </a:p>
      </dgm:t>
    </dgm:pt>
    <dgm:pt modelId="{7CD956C6-3216-4CDF-8E28-D96E5BFB3C5E}" type="sibTrans" cxnId="{DB9690E0-5678-421E-A785-1CABF3EE05FC}">
      <dgm:prSet/>
      <dgm:spPr/>
      <dgm:t>
        <a:bodyPr/>
        <a:lstStyle/>
        <a:p>
          <a:endParaRPr lang="en-US"/>
        </a:p>
      </dgm:t>
    </dgm:pt>
    <dgm:pt modelId="{8B97BF85-3DF3-4EFE-A85C-102627A7F3FD}">
      <dgm:prSet phldrT="[Text]"/>
      <dgm:spPr/>
      <dgm:t>
        <a:bodyPr/>
        <a:lstStyle/>
        <a:p>
          <a:r>
            <a:rPr lang="en-US" dirty="0"/>
            <a:t>Train-test split</a:t>
          </a:r>
        </a:p>
      </dgm:t>
    </dgm:pt>
    <dgm:pt modelId="{277037F1-4827-417C-A4D6-FF199E37882E}" type="parTrans" cxnId="{1B8FCDEE-7D2C-4FD7-B5C7-78CCFB83A1AB}">
      <dgm:prSet/>
      <dgm:spPr/>
      <dgm:t>
        <a:bodyPr/>
        <a:lstStyle/>
        <a:p>
          <a:endParaRPr lang="en-US"/>
        </a:p>
      </dgm:t>
    </dgm:pt>
    <dgm:pt modelId="{77BE9E89-C4E9-4F46-9DC1-3B986D5DD69C}" type="sibTrans" cxnId="{1B8FCDEE-7D2C-4FD7-B5C7-78CCFB83A1AB}">
      <dgm:prSet/>
      <dgm:spPr/>
      <dgm:t>
        <a:bodyPr/>
        <a:lstStyle/>
        <a:p>
          <a:endParaRPr lang="en-US"/>
        </a:p>
      </dgm:t>
    </dgm:pt>
    <dgm:pt modelId="{94849E9D-9D1F-4976-906D-8DB6C1C289C3}">
      <dgm:prSet phldrT="[Text]"/>
      <dgm:spPr/>
      <dgm:t>
        <a:bodyPr/>
        <a:lstStyle/>
        <a:p>
          <a:pPr algn="ctr"/>
          <a:r>
            <a:rPr lang="en-US" dirty="0"/>
            <a:t>One hot encoding</a:t>
          </a:r>
        </a:p>
      </dgm:t>
    </dgm:pt>
    <dgm:pt modelId="{1040675D-2559-44B1-8050-5AE926CB8402}" type="parTrans" cxnId="{E609A51A-4481-42EE-BA39-BD195438C594}">
      <dgm:prSet/>
      <dgm:spPr/>
      <dgm:t>
        <a:bodyPr/>
        <a:lstStyle/>
        <a:p>
          <a:endParaRPr lang="en-US"/>
        </a:p>
      </dgm:t>
    </dgm:pt>
    <dgm:pt modelId="{2A4F51C6-A089-419B-AEBD-C50CACD34488}" type="sibTrans" cxnId="{E609A51A-4481-42EE-BA39-BD195438C594}">
      <dgm:prSet/>
      <dgm:spPr/>
      <dgm:t>
        <a:bodyPr/>
        <a:lstStyle/>
        <a:p>
          <a:endParaRPr lang="en-US"/>
        </a:p>
      </dgm:t>
    </dgm:pt>
    <dgm:pt modelId="{35989196-1926-491F-84DB-1E8A10616485}">
      <dgm:prSet phldrT="[Text]"/>
      <dgm:spPr/>
      <dgm:t>
        <a:bodyPr/>
        <a:lstStyle/>
        <a:p>
          <a:pPr algn="ctr"/>
          <a:r>
            <a:rPr lang="en-US" dirty="0"/>
            <a:t>Removing instances with blank values</a:t>
          </a:r>
        </a:p>
      </dgm:t>
    </dgm:pt>
    <dgm:pt modelId="{2B60F942-AED5-485B-B74B-EC3F8E6316BB}" type="parTrans" cxnId="{63806860-CC54-461F-8303-36123682391B}">
      <dgm:prSet/>
      <dgm:spPr/>
      <dgm:t>
        <a:bodyPr/>
        <a:lstStyle/>
        <a:p>
          <a:endParaRPr lang="en-US"/>
        </a:p>
      </dgm:t>
    </dgm:pt>
    <dgm:pt modelId="{98480487-2746-4069-9D84-E47A63D84070}" type="sibTrans" cxnId="{63806860-CC54-461F-8303-36123682391B}">
      <dgm:prSet/>
      <dgm:spPr/>
      <dgm:t>
        <a:bodyPr/>
        <a:lstStyle/>
        <a:p>
          <a:endParaRPr lang="en-US"/>
        </a:p>
      </dgm:t>
    </dgm:pt>
    <dgm:pt modelId="{81CA1CAC-1C22-4E58-9580-C7E0BD8BED8A}">
      <dgm:prSet phldrT="[Text]"/>
      <dgm:spPr/>
      <dgm:t>
        <a:bodyPr/>
        <a:lstStyle/>
        <a:p>
          <a:pPr algn="ctr"/>
          <a:r>
            <a:rPr lang="en-US" dirty="0"/>
            <a:t>55% for training</a:t>
          </a:r>
        </a:p>
      </dgm:t>
    </dgm:pt>
    <dgm:pt modelId="{8B35E8C9-1E9C-4800-9C91-74EC551BAD6A}" type="parTrans" cxnId="{B9A913C4-AE5C-4532-87D9-7F3E106DADC4}">
      <dgm:prSet/>
      <dgm:spPr/>
      <dgm:t>
        <a:bodyPr/>
        <a:lstStyle/>
        <a:p>
          <a:endParaRPr lang="en-US"/>
        </a:p>
      </dgm:t>
    </dgm:pt>
    <dgm:pt modelId="{384D2653-1CCA-4B22-A542-F69C2A4C7E4C}" type="sibTrans" cxnId="{B9A913C4-AE5C-4532-87D9-7F3E106DADC4}">
      <dgm:prSet/>
      <dgm:spPr/>
      <dgm:t>
        <a:bodyPr/>
        <a:lstStyle/>
        <a:p>
          <a:endParaRPr lang="en-US"/>
        </a:p>
      </dgm:t>
    </dgm:pt>
    <dgm:pt modelId="{7684DFFD-B0E9-4F49-81EF-FF32F628391A}">
      <dgm:prSet phldrT="[Text]"/>
      <dgm:spPr/>
      <dgm:t>
        <a:bodyPr/>
        <a:lstStyle/>
        <a:p>
          <a:pPr algn="ctr"/>
          <a:r>
            <a:rPr lang="en-US" dirty="0"/>
            <a:t>45% for testing</a:t>
          </a:r>
        </a:p>
      </dgm:t>
    </dgm:pt>
    <dgm:pt modelId="{CBF32634-8D9F-425E-9CA0-6D8EFCDF8F20}" type="parTrans" cxnId="{96F7B56C-EB81-4B84-9A75-95DD41CA9E38}">
      <dgm:prSet/>
      <dgm:spPr/>
      <dgm:t>
        <a:bodyPr/>
        <a:lstStyle/>
        <a:p>
          <a:endParaRPr lang="en-US"/>
        </a:p>
      </dgm:t>
    </dgm:pt>
    <dgm:pt modelId="{D1EDEABC-1FBA-49FA-9410-B2A8269ACFBF}" type="sibTrans" cxnId="{96F7B56C-EB81-4B84-9A75-95DD41CA9E38}">
      <dgm:prSet/>
      <dgm:spPr/>
      <dgm:t>
        <a:bodyPr/>
        <a:lstStyle/>
        <a:p>
          <a:endParaRPr lang="en-US"/>
        </a:p>
      </dgm:t>
    </dgm:pt>
    <dgm:pt modelId="{0C88BBE8-6115-4E6C-9FDE-F5A66EBEE755}">
      <dgm:prSet phldrT="[Text]"/>
      <dgm:spPr/>
      <dgm:t>
        <a:bodyPr/>
        <a:lstStyle/>
        <a:p>
          <a:pPr algn="ctr"/>
          <a:r>
            <a:rPr lang="en-US" dirty="0"/>
            <a:t>Linear Regression</a:t>
          </a:r>
        </a:p>
      </dgm:t>
    </dgm:pt>
    <dgm:pt modelId="{787A6FB6-65B7-45A4-B043-F3CD19F1E5AE}" type="parTrans" cxnId="{CE516E5E-2499-4EC8-AC75-F3A3C5799BCB}">
      <dgm:prSet/>
      <dgm:spPr/>
      <dgm:t>
        <a:bodyPr/>
        <a:lstStyle/>
        <a:p>
          <a:endParaRPr lang="en-US"/>
        </a:p>
      </dgm:t>
    </dgm:pt>
    <dgm:pt modelId="{1CBDE9DD-45B0-4A08-8D1C-6637B01DCAC0}" type="sibTrans" cxnId="{CE516E5E-2499-4EC8-AC75-F3A3C5799BCB}">
      <dgm:prSet/>
      <dgm:spPr/>
      <dgm:t>
        <a:bodyPr/>
        <a:lstStyle/>
        <a:p>
          <a:endParaRPr lang="en-US"/>
        </a:p>
      </dgm:t>
    </dgm:pt>
    <dgm:pt modelId="{0C8D954A-35C7-41A4-90CA-57082A2393E0}">
      <dgm:prSet phldrT="[Text]"/>
      <dgm:spPr/>
      <dgm:t>
        <a:bodyPr/>
        <a:lstStyle/>
        <a:p>
          <a:pPr algn="ctr"/>
          <a:r>
            <a:rPr lang="en-US" dirty="0"/>
            <a:t>Simple</a:t>
          </a:r>
        </a:p>
      </dgm:t>
    </dgm:pt>
    <dgm:pt modelId="{E852D861-1C80-4240-BE4B-84482FEB6289}" type="parTrans" cxnId="{60A12D9B-214A-4C1D-BDD9-A3CC50C57688}">
      <dgm:prSet/>
      <dgm:spPr/>
      <dgm:t>
        <a:bodyPr/>
        <a:lstStyle/>
        <a:p>
          <a:endParaRPr lang="en-US"/>
        </a:p>
      </dgm:t>
    </dgm:pt>
    <dgm:pt modelId="{C202C31C-9E9B-49CB-B167-FA5E04170648}" type="sibTrans" cxnId="{60A12D9B-214A-4C1D-BDD9-A3CC50C57688}">
      <dgm:prSet/>
      <dgm:spPr/>
      <dgm:t>
        <a:bodyPr/>
        <a:lstStyle/>
        <a:p>
          <a:endParaRPr lang="en-US"/>
        </a:p>
      </dgm:t>
    </dgm:pt>
    <dgm:pt modelId="{20CCA6B9-F485-4C84-9631-2817092AAD24}">
      <dgm:prSet phldrT="[Text]"/>
      <dgm:spPr/>
      <dgm:t>
        <a:bodyPr/>
        <a:lstStyle/>
        <a:p>
          <a:pPr algn="ctr"/>
          <a:r>
            <a:rPr lang="en-US" dirty="0"/>
            <a:t>Data is numerical and not categorical</a:t>
          </a:r>
        </a:p>
      </dgm:t>
    </dgm:pt>
    <dgm:pt modelId="{C440919E-BFEC-45D2-9A27-90C319679BFB}" type="parTrans" cxnId="{D5CD25C1-08FA-414D-BEAA-F1872F2D2EFE}">
      <dgm:prSet/>
      <dgm:spPr/>
      <dgm:t>
        <a:bodyPr/>
        <a:lstStyle/>
        <a:p>
          <a:endParaRPr lang="en-US"/>
        </a:p>
      </dgm:t>
    </dgm:pt>
    <dgm:pt modelId="{C2C4A10B-5FAB-496D-B8B1-309EE48C0EF7}" type="sibTrans" cxnId="{D5CD25C1-08FA-414D-BEAA-F1872F2D2EFE}">
      <dgm:prSet/>
      <dgm:spPr/>
      <dgm:t>
        <a:bodyPr/>
        <a:lstStyle/>
        <a:p>
          <a:endParaRPr lang="en-US"/>
        </a:p>
      </dgm:t>
    </dgm:pt>
    <dgm:pt modelId="{F7D10A64-8AEC-4A52-AF39-D166B618B389}">
      <dgm:prSet phldrT="[Text]"/>
      <dgm:spPr/>
      <dgm:t>
        <a:bodyPr/>
        <a:lstStyle/>
        <a:p>
          <a:pPr algn="ctr"/>
          <a:r>
            <a:rPr lang="en-US" dirty="0"/>
            <a:t>Fast and efficient</a:t>
          </a:r>
        </a:p>
      </dgm:t>
    </dgm:pt>
    <dgm:pt modelId="{4E23749E-4DB9-4F20-A0F4-05644BD0A6C6}" type="parTrans" cxnId="{6CF67875-1D04-4FBA-931F-E9C12FC84864}">
      <dgm:prSet/>
      <dgm:spPr/>
      <dgm:t>
        <a:bodyPr/>
        <a:lstStyle/>
        <a:p>
          <a:endParaRPr lang="en-US"/>
        </a:p>
      </dgm:t>
    </dgm:pt>
    <dgm:pt modelId="{8CA3A25A-3E3A-4ECB-8379-C49435A5C4DB}" type="sibTrans" cxnId="{6CF67875-1D04-4FBA-931F-E9C12FC84864}">
      <dgm:prSet/>
      <dgm:spPr/>
      <dgm:t>
        <a:bodyPr/>
        <a:lstStyle/>
        <a:p>
          <a:endParaRPr lang="en-US"/>
        </a:p>
      </dgm:t>
    </dgm:pt>
    <dgm:pt modelId="{24D4E30F-7DBD-4292-9F08-FCCB89A49776}" type="pres">
      <dgm:prSet presAssocID="{F683DADA-E254-4D15-A8C6-FE003D74183E}" presName="Name0" presStyleCnt="0">
        <dgm:presLayoutVars>
          <dgm:chMax val="7"/>
          <dgm:chPref val="5"/>
          <dgm:dir/>
          <dgm:animOne val="branch"/>
          <dgm:animLvl val="lvl"/>
        </dgm:presLayoutVars>
      </dgm:prSet>
      <dgm:spPr/>
    </dgm:pt>
    <dgm:pt modelId="{5895428E-FBA5-42B1-ADBA-5D553616B5A1}" type="pres">
      <dgm:prSet presAssocID="{EC41809E-BC08-4F60-B9A1-7A8222310D62}" presName="ChildAccent3" presStyleCnt="0"/>
      <dgm:spPr/>
    </dgm:pt>
    <dgm:pt modelId="{F8463719-AE79-4019-8197-1DBE0DF32210}" type="pres">
      <dgm:prSet presAssocID="{EC41809E-BC08-4F60-B9A1-7A8222310D62}" presName="ChildAccent" presStyleLbl="alignImgPlace1" presStyleIdx="0" presStyleCnt="3"/>
      <dgm:spPr/>
    </dgm:pt>
    <dgm:pt modelId="{F9FEEAB6-B96D-4A17-B447-5BA899C84DC0}" type="pres">
      <dgm:prSet presAssocID="{EC41809E-BC08-4F60-B9A1-7A8222310D62}" presName="Child3" presStyleLbl="revTx" presStyleIdx="0" presStyleCnt="0">
        <dgm:presLayoutVars>
          <dgm:chMax val="0"/>
          <dgm:chPref val="0"/>
          <dgm:bulletEnabled val="1"/>
        </dgm:presLayoutVars>
      </dgm:prSet>
      <dgm:spPr/>
    </dgm:pt>
    <dgm:pt modelId="{123FDE2B-7924-4283-A86D-B824F2CCD5BE}" type="pres">
      <dgm:prSet presAssocID="{EC41809E-BC08-4F60-B9A1-7A8222310D62}" presName="Parent3" presStyleLbl="node1" presStyleIdx="0" presStyleCnt="3">
        <dgm:presLayoutVars>
          <dgm:chMax val="2"/>
          <dgm:chPref val="1"/>
          <dgm:bulletEnabled val="1"/>
        </dgm:presLayoutVars>
      </dgm:prSet>
      <dgm:spPr/>
    </dgm:pt>
    <dgm:pt modelId="{D4FC3466-ACE3-44C3-B45E-4794C44383D6}" type="pres">
      <dgm:prSet presAssocID="{8B97BF85-3DF3-4EFE-A85C-102627A7F3FD}" presName="ChildAccent2" presStyleCnt="0"/>
      <dgm:spPr/>
    </dgm:pt>
    <dgm:pt modelId="{AA4FE861-146B-4E91-9B06-585144BB914E}" type="pres">
      <dgm:prSet presAssocID="{8B97BF85-3DF3-4EFE-A85C-102627A7F3FD}" presName="ChildAccent" presStyleLbl="alignImgPlace1" presStyleIdx="1" presStyleCnt="3"/>
      <dgm:spPr/>
    </dgm:pt>
    <dgm:pt modelId="{50E8C11B-DB87-47CB-AB76-6371DF4A3FBA}" type="pres">
      <dgm:prSet presAssocID="{8B97BF85-3DF3-4EFE-A85C-102627A7F3FD}" presName="Child2" presStyleLbl="revTx" presStyleIdx="0" presStyleCnt="0">
        <dgm:presLayoutVars>
          <dgm:chMax val="0"/>
          <dgm:chPref val="0"/>
          <dgm:bulletEnabled val="1"/>
        </dgm:presLayoutVars>
      </dgm:prSet>
      <dgm:spPr/>
    </dgm:pt>
    <dgm:pt modelId="{F4BDE6D1-9D22-4B1E-BF66-ECB186DC3722}" type="pres">
      <dgm:prSet presAssocID="{8B97BF85-3DF3-4EFE-A85C-102627A7F3FD}" presName="Parent2" presStyleLbl="node1" presStyleIdx="1" presStyleCnt="3">
        <dgm:presLayoutVars>
          <dgm:chMax val="2"/>
          <dgm:chPref val="1"/>
          <dgm:bulletEnabled val="1"/>
        </dgm:presLayoutVars>
      </dgm:prSet>
      <dgm:spPr/>
    </dgm:pt>
    <dgm:pt modelId="{C4CA26FA-1603-4AAB-B85D-FD3B4A33D923}" type="pres">
      <dgm:prSet presAssocID="{A1AF0A1A-5D8F-4313-9579-035953847564}" presName="ChildAccent1" presStyleCnt="0"/>
      <dgm:spPr/>
    </dgm:pt>
    <dgm:pt modelId="{43249993-C498-491A-9C19-B9233368D90F}" type="pres">
      <dgm:prSet presAssocID="{A1AF0A1A-5D8F-4313-9579-035953847564}" presName="ChildAccent" presStyleLbl="alignImgPlace1" presStyleIdx="2" presStyleCnt="3"/>
      <dgm:spPr/>
    </dgm:pt>
    <dgm:pt modelId="{87DFE230-E953-4636-89BE-9968914BD47C}" type="pres">
      <dgm:prSet presAssocID="{A1AF0A1A-5D8F-4313-9579-035953847564}" presName="Child1" presStyleLbl="revTx" presStyleIdx="0" presStyleCnt="0">
        <dgm:presLayoutVars>
          <dgm:chMax val="0"/>
          <dgm:chPref val="0"/>
          <dgm:bulletEnabled val="1"/>
        </dgm:presLayoutVars>
      </dgm:prSet>
      <dgm:spPr/>
    </dgm:pt>
    <dgm:pt modelId="{848662DD-C4AC-4F47-A9D2-12ADE24037F0}" type="pres">
      <dgm:prSet presAssocID="{A1AF0A1A-5D8F-4313-9579-035953847564}" presName="Parent1" presStyleLbl="node1" presStyleIdx="2" presStyleCnt="3">
        <dgm:presLayoutVars>
          <dgm:chMax val="2"/>
          <dgm:chPref val="1"/>
          <dgm:bulletEnabled val="1"/>
        </dgm:presLayoutVars>
      </dgm:prSet>
      <dgm:spPr/>
    </dgm:pt>
  </dgm:ptLst>
  <dgm:cxnLst>
    <dgm:cxn modelId="{23E29403-CD73-4EBE-B332-457EF1829C70}" type="presOf" srcId="{F683DADA-E254-4D15-A8C6-FE003D74183E}" destId="{24D4E30F-7DBD-4292-9F08-FCCB89A49776}" srcOrd="0" destOrd="0" presId="urn:microsoft.com/office/officeart/2011/layout/InterconnectedBlockProcess"/>
    <dgm:cxn modelId="{8C8E4809-2E2A-490A-B24B-5872F77DCABE}" type="presOf" srcId="{35989196-1926-491F-84DB-1E8A10616485}" destId="{43249993-C498-491A-9C19-B9233368D90F}" srcOrd="0" destOrd="2" presId="urn:microsoft.com/office/officeart/2011/layout/InterconnectedBlockProcess"/>
    <dgm:cxn modelId="{B546970C-1729-4C28-AF0B-F45136EABA7B}" type="presOf" srcId="{20CCA6B9-F485-4C84-9631-2817092AAD24}" destId="{F9FEEAB6-B96D-4A17-B447-5BA899C84DC0}" srcOrd="1" destOrd="2" presId="urn:microsoft.com/office/officeart/2011/layout/InterconnectedBlockProcess"/>
    <dgm:cxn modelId="{DF018915-DC1E-42C9-9D7F-E0EA9BC7C071}" type="presOf" srcId="{0C8D954A-35C7-41A4-90CA-57082A2393E0}" destId="{F8463719-AE79-4019-8197-1DBE0DF32210}" srcOrd="0" destOrd="1" presId="urn:microsoft.com/office/officeart/2011/layout/InterconnectedBlockProcess"/>
    <dgm:cxn modelId="{E609A51A-4481-42EE-BA39-BD195438C594}" srcId="{A1AF0A1A-5D8F-4313-9579-035953847564}" destId="{94849E9D-9D1F-4976-906D-8DB6C1C289C3}" srcOrd="0" destOrd="0" parTransId="{1040675D-2559-44B1-8050-5AE926CB8402}" sibTransId="{2A4F51C6-A089-419B-AEBD-C50CACD34488}"/>
    <dgm:cxn modelId="{67446F24-7831-4226-B941-8A23F7327E25}" type="presOf" srcId="{35989196-1926-491F-84DB-1E8A10616485}" destId="{87DFE230-E953-4636-89BE-9968914BD47C}" srcOrd="1" destOrd="2" presId="urn:microsoft.com/office/officeart/2011/layout/InterconnectedBlockProcess"/>
    <dgm:cxn modelId="{5E96D824-FF80-455F-967B-CE1C0A4DAC5A}" type="presOf" srcId="{77D8A802-8D0C-4740-8FE3-7610BF81C1CC}" destId="{43249993-C498-491A-9C19-B9233368D90F}" srcOrd="0" destOrd="1" presId="urn:microsoft.com/office/officeart/2011/layout/InterconnectedBlockProcess"/>
    <dgm:cxn modelId="{00E9CC31-8D96-43AB-A62B-705A30C64AA0}" type="presOf" srcId="{A1AF0A1A-5D8F-4313-9579-035953847564}" destId="{848662DD-C4AC-4F47-A9D2-12ADE24037F0}" srcOrd="0" destOrd="0" presId="urn:microsoft.com/office/officeart/2011/layout/InterconnectedBlockProcess"/>
    <dgm:cxn modelId="{992AD533-9C0E-4EE7-ABAF-DF2F1E1B4950}" type="presOf" srcId="{F7D10A64-8AEC-4A52-AF39-D166B618B389}" destId="{F9FEEAB6-B96D-4A17-B447-5BA899C84DC0}" srcOrd="1" destOrd="3" presId="urn:microsoft.com/office/officeart/2011/layout/InterconnectedBlockProcess"/>
    <dgm:cxn modelId="{880F3B3A-2156-4BE4-AEB9-9DED62AA141C}" type="presOf" srcId="{8B97BF85-3DF3-4EFE-A85C-102627A7F3FD}" destId="{F4BDE6D1-9D22-4B1E-BF66-ECB186DC3722}" srcOrd="0" destOrd="0" presId="urn:microsoft.com/office/officeart/2011/layout/InterconnectedBlockProcess"/>
    <dgm:cxn modelId="{A9950B3D-284B-46E7-98CF-1C7CF9929460}" type="presOf" srcId="{0C88BBE8-6115-4E6C-9FDE-F5A66EBEE755}" destId="{F8463719-AE79-4019-8197-1DBE0DF32210}" srcOrd="0" destOrd="0" presId="urn:microsoft.com/office/officeart/2011/layout/InterconnectedBlockProcess"/>
    <dgm:cxn modelId="{CE516E5E-2499-4EC8-AC75-F3A3C5799BCB}" srcId="{EC41809E-BC08-4F60-B9A1-7A8222310D62}" destId="{0C88BBE8-6115-4E6C-9FDE-F5A66EBEE755}" srcOrd="0" destOrd="0" parTransId="{787A6FB6-65B7-45A4-B043-F3CD19F1E5AE}" sibTransId="{1CBDE9DD-45B0-4A08-8D1C-6637B01DCAC0}"/>
    <dgm:cxn modelId="{63806860-CC54-461F-8303-36123682391B}" srcId="{A1AF0A1A-5D8F-4313-9579-035953847564}" destId="{35989196-1926-491F-84DB-1E8A10616485}" srcOrd="2" destOrd="0" parTransId="{2B60F942-AED5-485B-B74B-EC3F8E6316BB}" sibTransId="{98480487-2746-4069-9D84-E47A63D84070}"/>
    <dgm:cxn modelId="{3A9F7963-A981-4A46-9C48-3E08C288C57E}" type="presOf" srcId="{81CA1CAC-1C22-4E58-9580-C7E0BD8BED8A}" destId="{AA4FE861-146B-4E91-9B06-585144BB914E}" srcOrd="0" destOrd="0" presId="urn:microsoft.com/office/officeart/2011/layout/InterconnectedBlockProcess"/>
    <dgm:cxn modelId="{12329246-5621-4F14-A275-E26A5328CAD8}" srcId="{A1AF0A1A-5D8F-4313-9579-035953847564}" destId="{77D8A802-8D0C-4740-8FE3-7610BF81C1CC}" srcOrd="1" destOrd="0" parTransId="{58BDE930-5041-4C19-A006-01A1027E2195}" sibTransId="{08853D16-6BDE-4A4C-AC08-A6F8F1A9D277}"/>
    <dgm:cxn modelId="{84E0F36B-4319-4D24-BFCF-045A22F2B1A6}" type="presOf" srcId="{77D8A802-8D0C-4740-8FE3-7610BF81C1CC}" destId="{87DFE230-E953-4636-89BE-9968914BD47C}" srcOrd="1" destOrd="1" presId="urn:microsoft.com/office/officeart/2011/layout/InterconnectedBlockProcess"/>
    <dgm:cxn modelId="{3612B44C-58DB-4AA9-9834-9441E595FC01}" type="presOf" srcId="{7684DFFD-B0E9-4F49-81EF-FF32F628391A}" destId="{AA4FE861-146B-4E91-9B06-585144BB914E}" srcOrd="0" destOrd="1" presId="urn:microsoft.com/office/officeart/2011/layout/InterconnectedBlockProcess"/>
    <dgm:cxn modelId="{96F7B56C-EB81-4B84-9A75-95DD41CA9E38}" srcId="{8B97BF85-3DF3-4EFE-A85C-102627A7F3FD}" destId="{7684DFFD-B0E9-4F49-81EF-FF32F628391A}" srcOrd="1" destOrd="0" parTransId="{CBF32634-8D9F-425E-9CA0-6D8EFCDF8F20}" sibTransId="{D1EDEABC-1FBA-49FA-9410-B2A8269ACFBF}"/>
    <dgm:cxn modelId="{6CF67875-1D04-4FBA-931F-E9C12FC84864}" srcId="{0C88BBE8-6115-4E6C-9FDE-F5A66EBEE755}" destId="{F7D10A64-8AEC-4A52-AF39-D166B618B389}" srcOrd="2" destOrd="0" parTransId="{4E23749E-4DB9-4F20-A0F4-05644BD0A6C6}" sibTransId="{8CA3A25A-3E3A-4ECB-8379-C49435A5C4DB}"/>
    <dgm:cxn modelId="{5453457C-53EF-4507-BF24-975500DEF48E}" type="presOf" srcId="{0C8D954A-35C7-41A4-90CA-57082A2393E0}" destId="{F9FEEAB6-B96D-4A17-B447-5BA899C84DC0}" srcOrd="1" destOrd="1" presId="urn:microsoft.com/office/officeart/2011/layout/InterconnectedBlockProcess"/>
    <dgm:cxn modelId="{8D0FAE88-3669-4B60-BBB6-9EC2331A1C35}" type="presOf" srcId="{94849E9D-9D1F-4976-906D-8DB6C1C289C3}" destId="{43249993-C498-491A-9C19-B9233368D90F}" srcOrd="0" destOrd="0" presId="urn:microsoft.com/office/officeart/2011/layout/InterconnectedBlockProcess"/>
    <dgm:cxn modelId="{B8C59594-6722-4FED-8E4C-89BA1EEACDDB}" type="presOf" srcId="{0C88BBE8-6115-4E6C-9FDE-F5A66EBEE755}" destId="{F9FEEAB6-B96D-4A17-B447-5BA899C84DC0}" srcOrd="1" destOrd="0" presId="urn:microsoft.com/office/officeart/2011/layout/InterconnectedBlockProcess"/>
    <dgm:cxn modelId="{BC2E1495-C97E-4A8E-A1C7-6D90D13865C5}" type="presOf" srcId="{20CCA6B9-F485-4C84-9631-2817092AAD24}" destId="{F8463719-AE79-4019-8197-1DBE0DF32210}" srcOrd="0" destOrd="2" presId="urn:microsoft.com/office/officeart/2011/layout/InterconnectedBlockProcess"/>
    <dgm:cxn modelId="{60A12D9B-214A-4C1D-BDD9-A3CC50C57688}" srcId="{0C88BBE8-6115-4E6C-9FDE-F5A66EBEE755}" destId="{0C8D954A-35C7-41A4-90CA-57082A2393E0}" srcOrd="0" destOrd="0" parTransId="{E852D861-1C80-4240-BE4B-84482FEB6289}" sibTransId="{C202C31C-9E9B-49CB-B167-FA5E04170648}"/>
    <dgm:cxn modelId="{7DF468BE-0DCB-4BAB-97EE-D5230C118676}" type="presOf" srcId="{F7D10A64-8AEC-4A52-AF39-D166B618B389}" destId="{F8463719-AE79-4019-8197-1DBE0DF32210}" srcOrd="0" destOrd="3" presId="urn:microsoft.com/office/officeart/2011/layout/InterconnectedBlockProcess"/>
    <dgm:cxn modelId="{D5CD25C1-08FA-414D-BEAA-F1872F2D2EFE}" srcId="{0C88BBE8-6115-4E6C-9FDE-F5A66EBEE755}" destId="{20CCA6B9-F485-4C84-9631-2817092AAD24}" srcOrd="1" destOrd="0" parTransId="{C440919E-BFEC-45D2-9A27-90C319679BFB}" sibTransId="{C2C4A10B-5FAB-496D-B8B1-309EE48C0EF7}"/>
    <dgm:cxn modelId="{B9A913C4-AE5C-4532-87D9-7F3E106DADC4}" srcId="{8B97BF85-3DF3-4EFE-A85C-102627A7F3FD}" destId="{81CA1CAC-1C22-4E58-9580-C7E0BD8BED8A}" srcOrd="0" destOrd="0" parTransId="{8B35E8C9-1E9C-4800-9C91-74EC551BAD6A}" sibTransId="{384D2653-1CCA-4B22-A542-F69C2A4C7E4C}"/>
    <dgm:cxn modelId="{B973AEC8-A2D5-4401-BE08-6492CF25B842}" type="presOf" srcId="{EC41809E-BC08-4F60-B9A1-7A8222310D62}" destId="{123FDE2B-7924-4283-A86D-B824F2CCD5BE}" srcOrd="0" destOrd="0" presId="urn:microsoft.com/office/officeart/2011/layout/InterconnectedBlockProcess"/>
    <dgm:cxn modelId="{E8EE58D1-9E4B-4C65-8B2A-B6C0F8D7436B}" type="presOf" srcId="{94849E9D-9D1F-4976-906D-8DB6C1C289C3}" destId="{87DFE230-E953-4636-89BE-9968914BD47C}" srcOrd="1" destOrd="0" presId="urn:microsoft.com/office/officeart/2011/layout/InterconnectedBlockProcess"/>
    <dgm:cxn modelId="{996A7CDF-C900-4F18-AEDA-0445D509F179}" srcId="{F683DADA-E254-4D15-A8C6-FE003D74183E}" destId="{A1AF0A1A-5D8F-4313-9579-035953847564}" srcOrd="0" destOrd="0" parTransId="{03E842C1-A0EE-49B1-969B-9306760EED4B}" sibTransId="{E7DA6ED9-089E-4268-BEE9-A0BA1D90EB1F}"/>
    <dgm:cxn modelId="{DB9690E0-5678-421E-A785-1CABF3EE05FC}" srcId="{F683DADA-E254-4D15-A8C6-FE003D74183E}" destId="{EC41809E-BC08-4F60-B9A1-7A8222310D62}" srcOrd="2" destOrd="0" parTransId="{6AFFD3E6-ECF7-437C-BD6A-01FDBF58E21D}" sibTransId="{7CD956C6-3216-4CDF-8E28-D96E5BFB3C5E}"/>
    <dgm:cxn modelId="{9D06A8E3-D39A-413A-9271-C852CB92B22F}" type="presOf" srcId="{7684DFFD-B0E9-4F49-81EF-FF32F628391A}" destId="{50E8C11B-DB87-47CB-AB76-6371DF4A3FBA}" srcOrd="1" destOrd="1" presId="urn:microsoft.com/office/officeart/2011/layout/InterconnectedBlockProcess"/>
    <dgm:cxn modelId="{1B8FCDEE-7D2C-4FD7-B5C7-78CCFB83A1AB}" srcId="{F683DADA-E254-4D15-A8C6-FE003D74183E}" destId="{8B97BF85-3DF3-4EFE-A85C-102627A7F3FD}" srcOrd="1" destOrd="0" parTransId="{277037F1-4827-417C-A4D6-FF199E37882E}" sibTransId="{77BE9E89-C4E9-4F46-9DC1-3B986D5DD69C}"/>
    <dgm:cxn modelId="{2B1F2FF0-0545-4691-B81B-B7198E011A70}" type="presOf" srcId="{81CA1CAC-1C22-4E58-9580-C7E0BD8BED8A}" destId="{50E8C11B-DB87-47CB-AB76-6371DF4A3FBA}" srcOrd="1" destOrd="0" presId="urn:microsoft.com/office/officeart/2011/layout/InterconnectedBlockProcess"/>
    <dgm:cxn modelId="{1B83E4D3-A387-4B91-A951-1525EA962376}" type="presParOf" srcId="{24D4E30F-7DBD-4292-9F08-FCCB89A49776}" destId="{5895428E-FBA5-42B1-ADBA-5D553616B5A1}" srcOrd="0" destOrd="0" presId="urn:microsoft.com/office/officeart/2011/layout/InterconnectedBlockProcess"/>
    <dgm:cxn modelId="{9B16B771-E9B2-4E07-9DC1-4361B223F922}" type="presParOf" srcId="{5895428E-FBA5-42B1-ADBA-5D553616B5A1}" destId="{F8463719-AE79-4019-8197-1DBE0DF32210}" srcOrd="0" destOrd="0" presId="urn:microsoft.com/office/officeart/2011/layout/InterconnectedBlockProcess"/>
    <dgm:cxn modelId="{FD13D389-C0C9-4582-B046-2C97EFD074CA}" type="presParOf" srcId="{24D4E30F-7DBD-4292-9F08-FCCB89A49776}" destId="{F9FEEAB6-B96D-4A17-B447-5BA899C84DC0}" srcOrd="1" destOrd="0" presId="urn:microsoft.com/office/officeart/2011/layout/InterconnectedBlockProcess"/>
    <dgm:cxn modelId="{8C2E88E9-9997-4815-819F-21242ACB00E1}" type="presParOf" srcId="{24D4E30F-7DBD-4292-9F08-FCCB89A49776}" destId="{123FDE2B-7924-4283-A86D-B824F2CCD5BE}" srcOrd="2" destOrd="0" presId="urn:microsoft.com/office/officeart/2011/layout/InterconnectedBlockProcess"/>
    <dgm:cxn modelId="{4DA2175D-E60F-4FF5-8BA7-6D43327F0B81}" type="presParOf" srcId="{24D4E30F-7DBD-4292-9F08-FCCB89A49776}" destId="{D4FC3466-ACE3-44C3-B45E-4794C44383D6}" srcOrd="3" destOrd="0" presId="urn:microsoft.com/office/officeart/2011/layout/InterconnectedBlockProcess"/>
    <dgm:cxn modelId="{697D3A81-920C-49D6-8B56-BC131C8710F0}" type="presParOf" srcId="{D4FC3466-ACE3-44C3-B45E-4794C44383D6}" destId="{AA4FE861-146B-4E91-9B06-585144BB914E}" srcOrd="0" destOrd="0" presId="urn:microsoft.com/office/officeart/2011/layout/InterconnectedBlockProcess"/>
    <dgm:cxn modelId="{10D8A7BB-5BED-4CB5-B5FC-66706E713338}" type="presParOf" srcId="{24D4E30F-7DBD-4292-9F08-FCCB89A49776}" destId="{50E8C11B-DB87-47CB-AB76-6371DF4A3FBA}" srcOrd="4" destOrd="0" presId="urn:microsoft.com/office/officeart/2011/layout/InterconnectedBlockProcess"/>
    <dgm:cxn modelId="{B93820E9-74EE-4F2C-9690-32C5586B18CC}" type="presParOf" srcId="{24D4E30F-7DBD-4292-9F08-FCCB89A49776}" destId="{F4BDE6D1-9D22-4B1E-BF66-ECB186DC3722}" srcOrd="5" destOrd="0" presId="urn:microsoft.com/office/officeart/2011/layout/InterconnectedBlockProcess"/>
    <dgm:cxn modelId="{6999F08C-6754-479A-85BD-9A2ED8AB8064}" type="presParOf" srcId="{24D4E30F-7DBD-4292-9F08-FCCB89A49776}" destId="{C4CA26FA-1603-4AAB-B85D-FD3B4A33D923}" srcOrd="6" destOrd="0" presId="urn:microsoft.com/office/officeart/2011/layout/InterconnectedBlockProcess"/>
    <dgm:cxn modelId="{E6BC63B1-ACAF-4A71-A43C-BB2D0A324541}" type="presParOf" srcId="{C4CA26FA-1603-4AAB-B85D-FD3B4A33D923}" destId="{43249993-C498-491A-9C19-B9233368D90F}" srcOrd="0" destOrd="0" presId="urn:microsoft.com/office/officeart/2011/layout/InterconnectedBlockProcess"/>
    <dgm:cxn modelId="{71917A23-1821-4523-AC6B-4F4EADE750EA}" type="presParOf" srcId="{24D4E30F-7DBD-4292-9F08-FCCB89A49776}" destId="{87DFE230-E953-4636-89BE-9968914BD47C}" srcOrd="7" destOrd="0" presId="urn:microsoft.com/office/officeart/2011/layout/InterconnectedBlockProcess"/>
    <dgm:cxn modelId="{60BB4E8E-8C8C-496E-B027-6666365DC400}" type="presParOf" srcId="{24D4E30F-7DBD-4292-9F08-FCCB89A49776}" destId="{848662DD-C4AC-4F47-A9D2-12ADE24037F0}" srcOrd="8" destOrd="0" presId="urn:microsoft.com/office/officeart/2011/layout/InterconnectedBlock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463719-AE79-4019-8197-1DBE0DF32210}">
      <dsp:nvSpPr>
        <dsp:cNvPr id="0" name=""/>
        <dsp:cNvSpPr/>
      </dsp:nvSpPr>
      <dsp:spPr>
        <a:xfrm>
          <a:off x="7325889" y="1164785"/>
          <a:ext cx="2459040" cy="5464614"/>
        </a:xfrm>
        <a:prstGeom prst="wedgeRectCallout">
          <a:avLst>
            <a:gd name="adj1" fmla="val 0"/>
            <a:gd name="adj2" fmla="val 0"/>
          </a:avLst>
        </a:prstGeom>
        <a:solidFill>
          <a:schemeClr val="accent1">
            <a:tint val="50000"/>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dsp:style>
      <dsp:txBody>
        <a:bodyPr spcFirstLastPara="0" vert="horz" wrap="square" lIns="95250" tIns="95250" rIns="95250" bIns="95250" numCol="1" spcCol="1270" anchor="t" anchorCtr="0">
          <a:noAutofit/>
        </a:bodyPr>
        <a:lstStyle/>
        <a:p>
          <a:pPr marL="0" lvl="0" indent="0" algn="ctr" defTabSz="1333500">
            <a:lnSpc>
              <a:spcPct val="90000"/>
            </a:lnSpc>
            <a:spcBef>
              <a:spcPct val="0"/>
            </a:spcBef>
            <a:spcAft>
              <a:spcPct val="35000"/>
            </a:spcAft>
            <a:buNone/>
          </a:pPr>
          <a:r>
            <a:rPr lang="en-US" sz="3000" kern="1200" dirty="0"/>
            <a:t>Linear Regression</a:t>
          </a:r>
        </a:p>
        <a:p>
          <a:pPr marL="228600" lvl="1" indent="-228600" algn="ctr" defTabSz="1022350">
            <a:lnSpc>
              <a:spcPct val="90000"/>
            </a:lnSpc>
            <a:spcBef>
              <a:spcPct val="0"/>
            </a:spcBef>
            <a:spcAft>
              <a:spcPct val="15000"/>
            </a:spcAft>
            <a:buChar char="•"/>
          </a:pPr>
          <a:r>
            <a:rPr lang="en-US" sz="2300" kern="1200" dirty="0"/>
            <a:t>Simple</a:t>
          </a:r>
        </a:p>
        <a:p>
          <a:pPr marL="228600" lvl="1" indent="-228600" algn="ctr" defTabSz="1022350">
            <a:lnSpc>
              <a:spcPct val="90000"/>
            </a:lnSpc>
            <a:spcBef>
              <a:spcPct val="0"/>
            </a:spcBef>
            <a:spcAft>
              <a:spcPct val="15000"/>
            </a:spcAft>
            <a:buChar char="•"/>
          </a:pPr>
          <a:r>
            <a:rPr lang="en-US" sz="2300" kern="1200" dirty="0"/>
            <a:t>Data is numerical and not categorical</a:t>
          </a:r>
        </a:p>
        <a:p>
          <a:pPr marL="228600" lvl="1" indent="-228600" algn="ctr" defTabSz="1022350">
            <a:lnSpc>
              <a:spcPct val="90000"/>
            </a:lnSpc>
            <a:spcBef>
              <a:spcPct val="0"/>
            </a:spcBef>
            <a:spcAft>
              <a:spcPct val="15000"/>
            </a:spcAft>
            <a:buChar char="•"/>
          </a:pPr>
          <a:r>
            <a:rPr lang="en-US" sz="2300" kern="1200" dirty="0"/>
            <a:t>Fast and efficient</a:t>
          </a:r>
        </a:p>
      </dsp:txBody>
      <dsp:txXfrm>
        <a:off x="7637972" y="1164785"/>
        <a:ext cx="2146957" cy="5464614"/>
      </dsp:txXfrm>
    </dsp:sp>
    <dsp:sp modelId="{123FDE2B-7924-4283-A86D-B824F2CCD5BE}">
      <dsp:nvSpPr>
        <dsp:cNvPr id="0" name=""/>
        <dsp:cNvSpPr/>
      </dsp:nvSpPr>
      <dsp:spPr>
        <a:xfrm>
          <a:off x="7325889" y="0"/>
          <a:ext cx="2459040" cy="1166774"/>
        </a:xfrm>
        <a:prstGeom prst="rect">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333500">
            <a:lnSpc>
              <a:spcPct val="90000"/>
            </a:lnSpc>
            <a:spcBef>
              <a:spcPct val="0"/>
            </a:spcBef>
            <a:spcAft>
              <a:spcPct val="35000"/>
            </a:spcAft>
            <a:buNone/>
          </a:pPr>
          <a:r>
            <a:rPr lang="en-US" sz="3000" kern="1200" dirty="0"/>
            <a:t>Model training</a:t>
          </a:r>
        </a:p>
      </dsp:txBody>
      <dsp:txXfrm>
        <a:off x="7325889" y="0"/>
        <a:ext cx="2459040" cy="1166774"/>
      </dsp:txXfrm>
    </dsp:sp>
    <dsp:sp modelId="{AA4FE861-146B-4E91-9B06-585144BB914E}">
      <dsp:nvSpPr>
        <dsp:cNvPr id="0" name=""/>
        <dsp:cNvSpPr/>
      </dsp:nvSpPr>
      <dsp:spPr>
        <a:xfrm>
          <a:off x="4866110" y="1164785"/>
          <a:ext cx="2459040" cy="5074805"/>
        </a:xfrm>
        <a:prstGeom prst="wedgeRectCallout">
          <a:avLst>
            <a:gd name="adj1" fmla="val 62500"/>
            <a:gd name="adj2" fmla="val 20830"/>
          </a:avLst>
        </a:prstGeom>
        <a:solidFill>
          <a:schemeClr val="accent1">
            <a:tint val="50000"/>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dsp:style>
      <dsp:txBody>
        <a:bodyPr spcFirstLastPara="0" vert="horz" wrap="square" lIns="95250" tIns="95250" rIns="95250" bIns="95250" numCol="1" spcCol="1270" anchor="t" anchorCtr="0">
          <a:noAutofit/>
        </a:bodyPr>
        <a:lstStyle/>
        <a:p>
          <a:pPr marL="0" lvl="0" indent="0" algn="ctr" defTabSz="1333500">
            <a:lnSpc>
              <a:spcPct val="90000"/>
            </a:lnSpc>
            <a:spcBef>
              <a:spcPct val="0"/>
            </a:spcBef>
            <a:spcAft>
              <a:spcPct val="35000"/>
            </a:spcAft>
            <a:buNone/>
          </a:pPr>
          <a:r>
            <a:rPr lang="en-US" sz="3000" kern="1200" dirty="0"/>
            <a:t>55% for training</a:t>
          </a:r>
        </a:p>
        <a:p>
          <a:pPr marL="0" lvl="0" indent="0" algn="ctr" defTabSz="1333500">
            <a:lnSpc>
              <a:spcPct val="90000"/>
            </a:lnSpc>
            <a:spcBef>
              <a:spcPct val="0"/>
            </a:spcBef>
            <a:spcAft>
              <a:spcPct val="35000"/>
            </a:spcAft>
            <a:buNone/>
          </a:pPr>
          <a:r>
            <a:rPr lang="en-US" sz="3000" kern="1200" dirty="0"/>
            <a:t>45% for testing</a:t>
          </a:r>
        </a:p>
      </dsp:txBody>
      <dsp:txXfrm>
        <a:off x="5178194" y="1164785"/>
        <a:ext cx="2146957" cy="5074805"/>
      </dsp:txXfrm>
    </dsp:sp>
    <dsp:sp modelId="{F4BDE6D1-9D22-4B1E-BF66-ECB186DC3722}">
      <dsp:nvSpPr>
        <dsp:cNvPr id="0" name=""/>
        <dsp:cNvSpPr/>
      </dsp:nvSpPr>
      <dsp:spPr>
        <a:xfrm>
          <a:off x="4866110" y="188937"/>
          <a:ext cx="2459040" cy="975847"/>
        </a:xfrm>
        <a:prstGeom prst="rect">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333500">
            <a:lnSpc>
              <a:spcPct val="90000"/>
            </a:lnSpc>
            <a:spcBef>
              <a:spcPct val="0"/>
            </a:spcBef>
            <a:spcAft>
              <a:spcPct val="35000"/>
            </a:spcAft>
            <a:buNone/>
          </a:pPr>
          <a:r>
            <a:rPr lang="en-US" sz="3000" kern="1200" dirty="0"/>
            <a:t>Train-test split</a:t>
          </a:r>
        </a:p>
      </dsp:txBody>
      <dsp:txXfrm>
        <a:off x="4866110" y="188937"/>
        <a:ext cx="2459040" cy="975847"/>
      </dsp:txXfrm>
    </dsp:sp>
    <dsp:sp modelId="{43249993-C498-491A-9C19-B9233368D90F}">
      <dsp:nvSpPr>
        <dsp:cNvPr id="0" name=""/>
        <dsp:cNvSpPr/>
      </dsp:nvSpPr>
      <dsp:spPr>
        <a:xfrm>
          <a:off x="2407070" y="1164785"/>
          <a:ext cx="2459040" cy="4684334"/>
        </a:xfrm>
        <a:prstGeom prst="wedgeRectCallout">
          <a:avLst>
            <a:gd name="adj1" fmla="val 62500"/>
            <a:gd name="adj2" fmla="val 20830"/>
          </a:avLst>
        </a:prstGeom>
        <a:solidFill>
          <a:schemeClr val="accent1">
            <a:tint val="50000"/>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dsp:style>
      <dsp:txBody>
        <a:bodyPr spcFirstLastPara="0" vert="horz" wrap="square" lIns="95250" tIns="95250" rIns="95250" bIns="95250" numCol="1" spcCol="1270" anchor="t" anchorCtr="0">
          <a:noAutofit/>
        </a:bodyPr>
        <a:lstStyle/>
        <a:p>
          <a:pPr marL="0" lvl="0" indent="0" algn="ctr" defTabSz="1333500">
            <a:lnSpc>
              <a:spcPct val="90000"/>
            </a:lnSpc>
            <a:spcBef>
              <a:spcPct val="0"/>
            </a:spcBef>
            <a:spcAft>
              <a:spcPct val="35000"/>
            </a:spcAft>
            <a:buNone/>
          </a:pPr>
          <a:r>
            <a:rPr lang="en-US" sz="3000" kern="1200" dirty="0"/>
            <a:t>One hot encoding</a:t>
          </a:r>
        </a:p>
        <a:p>
          <a:pPr marL="0" lvl="0" indent="0" algn="ctr" defTabSz="1333500">
            <a:lnSpc>
              <a:spcPct val="90000"/>
            </a:lnSpc>
            <a:spcBef>
              <a:spcPct val="0"/>
            </a:spcBef>
            <a:spcAft>
              <a:spcPct val="35000"/>
            </a:spcAft>
            <a:buNone/>
          </a:pPr>
          <a:r>
            <a:rPr lang="en-US" sz="3000" kern="1200" dirty="0"/>
            <a:t>Converting blank values to NaN.</a:t>
          </a:r>
        </a:p>
        <a:p>
          <a:pPr marL="0" lvl="0" indent="0" algn="ctr" defTabSz="1333500">
            <a:lnSpc>
              <a:spcPct val="90000"/>
            </a:lnSpc>
            <a:spcBef>
              <a:spcPct val="0"/>
            </a:spcBef>
            <a:spcAft>
              <a:spcPct val="35000"/>
            </a:spcAft>
            <a:buNone/>
          </a:pPr>
          <a:r>
            <a:rPr lang="en-US" sz="3000" kern="1200" dirty="0"/>
            <a:t>Removing instances with blank values</a:t>
          </a:r>
        </a:p>
      </dsp:txBody>
      <dsp:txXfrm>
        <a:off x="2719153" y="1164785"/>
        <a:ext cx="2146957" cy="4684334"/>
      </dsp:txXfrm>
    </dsp:sp>
    <dsp:sp modelId="{848662DD-C4AC-4F47-A9D2-12ADE24037F0}">
      <dsp:nvSpPr>
        <dsp:cNvPr id="0" name=""/>
        <dsp:cNvSpPr/>
      </dsp:nvSpPr>
      <dsp:spPr>
        <a:xfrm>
          <a:off x="2407070" y="383842"/>
          <a:ext cx="2459040" cy="780943"/>
        </a:xfrm>
        <a:prstGeom prst="rect">
          <a:avLst/>
        </a:prstGeom>
        <a:solidFill>
          <a:schemeClr val="accent1">
            <a:hueOff val="0"/>
            <a:satOff val="0"/>
            <a:lumOff val="0"/>
            <a:alphaOff val="0"/>
          </a:schemeClr>
        </a:solidFill>
        <a:ln w="38100" cap="flat" cmpd="sng" algn="ctr">
          <a:solidFill>
            <a:schemeClr val="lt1">
              <a:hueOff val="0"/>
              <a:satOff val="0"/>
              <a:lumOff val="0"/>
              <a:alphaOff val="0"/>
            </a:schemeClr>
          </a:solidFill>
          <a:prstDash val="solid"/>
        </a:ln>
        <a:effectLst>
          <a:outerShdw blurRad="40000" dist="20000" dir="5400000" rotWithShape="0">
            <a:srgbClr val="000000">
              <a:alpha val="38000"/>
            </a:srgb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333500">
            <a:lnSpc>
              <a:spcPct val="90000"/>
            </a:lnSpc>
            <a:spcBef>
              <a:spcPct val="0"/>
            </a:spcBef>
            <a:spcAft>
              <a:spcPct val="35000"/>
            </a:spcAft>
            <a:buNone/>
          </a:pPr>
          <a:r>
            <a:rPr lang="en-US" sz="3000" kern="1200" dirty="0"/>
            <a:t>Data Cleaning</a:t>
          </a:r>
        </a:p>
      </dsp:txBody>
      <dsp:txXfrm>
        <a:off x="2407070" y="383842"/>
        <a:ext cx="2459040" cy="780943"/>
      </dsp:txXfrm>
    </dsp:sp>
  </dsp:spTree>
</dsp:drawing>
</file>

<file path=ppt/diagrams/layout1.xml><?xml version="1.0" encoding="utf-8"?>
<dgm:layoutDef xmlns:dgm="http://schemas.openxmlformats.org/drawingml/2006/diagram" xmlns:a="http://schemas.openxmlformats.org/drawingml/2006/main" uniqueId="urn:microsoft.com/office/officeart/2011/layout/InterconnectedBlockProcess">
  <dgm:title val="Interconnected Block Process"/>
  <dgm:desc val="Use to show sequential steps in a process. Works best with small amounts of Level 1 text and medium amounts of Level 2 text."/>
  <dgm:catLst>
    <dgm:cat type="process" pri="5500"/>
    <dgm:cat type="officeonline" pri="3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 modelId="70" srcId="0" destId="40" srcOrd="2" destOrd="0"/>
        <dgm:cxn modelId="42" srcId="40" destId="41" srcOrd="0" destOrd="0"/>
      </dgm:cxnLst>
      <dgm:bg/>
      <dgm:whole/>
    </dgm:dataModel>
  </dgm:clrData>
  <dgm:layoutNode name="Name0">
    <dgm:varLst>
      <dgm:chMax val="7"/>
      <dgm:chPref val="5"/>
      <dgm:dir/>
      <dgm:animOne val="branch"/>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45"/>
            </dgm:alg>
            <dgm:constrLst>
              <dgm:constr type="primFontSz" for="des" forName="Child1" val="65"/>
              <dgm:constr type="primFontSz" for="des" forName="Parent1" val="65"/>
              <dgm:constr type="primFontSz" for="des" forName="Child1" refType="primFontSz" refFor="des" refForName="Parent1" op="lte"/>
              <dgm:constr type="l" for="ch" forName="ChildAccent1" refType="w" fact="0"/>
              <dgm:constr type="t" for="ch" forName="ChildAccent1" refType="h" fact="0.1429"/>
              <dgm:constr type="w" for="ch" forName="ChildAccent1" refType="w"/>
              <dgm:constr type="h" for="ch" forName="ChildAccent1" refType="h" fact="0.8571"/>
              <dgm:constr type="l" for="ch" forName="Child1" refType="w" fact="0.127"/>
              <dgm:constr type="t" for="ch" forName="Child1" refType="h" fact="0.1429"/>
              <dgm:constr type="w" for="ch" forName="Child1" refType="w" fact="0.873"/>
              <dgm:constr type="h" for="ch" forName="Child1" refType="h" fact="0.8571"/>
              <dgm:constr type="l" for="ch" forName="Parent1" refType="w" fact="0"/>
              <dgm:constr type="t" for="ch" forName="Parent1" refType="h" fact="0"/>
              <dgm:constr type="w" for="ch" forName="Parent1" refType="w"/>
              <dgm:constr type="h" for="ch" forName="Parent1" refType="h" fact="0.1429"/>
            </dgm:constrLst>
          </dgm:if>
          <dgm:if name="Name5" axis="ch" ptType="node" func="cnt" op="equ" val="2">
            <dgm:alg type="composite">
              <dgm:param type="ar" val="0.812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ChildAccent1" refType="w" fact="0"/>
              <dgm:constr type="t" for="ch" forName="ChildAccent1" refType="h" fact="0.1613"/>
              <dgm:constr type="w" for="ch" forName="ChildAccent1" refType="w" fact="0.5"/>
              <dgm:constr type="h" for="ch" forName="ChildAccent1" refType="h" fact="0.7742"/>
              <dgm:constr type="l" for="ch" forName="Child1" refType="w" fact="0.0635"/>
              <dgm:constr type="t" for="ch" forName="Child1" refType="h" fact="0.1613"/>
              <dgm:constr type="w" for="ch" forName="Child1" refType="w" fact="0.4365"/>
              <dgm:constr type="h" for="ch" forName="Child1" refType="h" fact="0.7742"/>
              <dgm:constr type="l" for="ch" forName="Parent1" refType="w" fact="0"/>
              <dgm:constr type="t" for="ch" forName="Parent1" refType="h" fact="0.0323"/>
              <dgm:constr type="w" for="ch" forName="Parent1" refType="w" fact="0.5"/>
              <dgm:constr type="h" for="ch" forName="Parent1" refType="h" fact="0.129"/>
              <dgm:constr type="l" for="ch" forName="ChildAccent2" refType="w" fact="0.5"/>
              <dgm:constr type="t" for="ch" forName="ChildAccent2" refType="h" fact="0.1613"/>
              <dgm:constr type="w" for="ch" forName="ChildAccent2" refType="w" fact="0.5"/>
              <dgm:constr type="h" for="ch" forName="ChildAccent2" refType="h" fact="0.8387"/>
              <dgm:constr type="l" for="ch" forName="Child2" refType="w" fact="0.5635"/>
              <dgm:constr type="t" for="ch" forName="Child2" refType="h" fact="0.1613"/>
              <dgm:constr type="w" for="ch" forName="Child2" refType="w" fact="0.4365"/>
              <dgm:constr type="h" for="ch" forName="Child2" refType="h" fact="0.8387"/>
              <dgm:constr type="l" for="ch" forName="Parent2" refType="w" fact="0.5"/>
              <dgm:constr type="t" for="ch" forName="Parent2" refType="h" fact="0"/>
              <dgm:constr type="w" for="ch" forName="Parent2" refType="w" fact="0.5"/>
              <dgm:constr type="h" for="ch" forName="Parent2" refType="h" fact="0.1613"/>
            </dgm:constrLst>
          </dgm:if>
          <dgm:if name="Name6" axis="ch" ptType="node" func="cnt" op="equ" val="3">
            <dgm:alg type="composite">
              <dgm:param type="ar" val="1.112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ChildAccent1" refType="w" fact="0"/>
              <dgm:constr type="t" for="ch" forName="ChildAccent1" refType="h" fact="0.1757"/>
              <dgm:constr type="w" for="ch" forName="ChildAccent1" refType="w" fact="0.3333"/>
              <dgm:constr type="h" for="ch" forName="ChildAccent1" refType="h" fact="0.7066"/>
              <dgm:constr type="l" for="ch" forName="Child1" refType="w" fact="0.0423"/>
              <dgm:constr type="t" for="ch" forName="Child1" refType="h" fact="0.1757"/>
              <dgm:constr type="w" for="ch" forName="Child1" refType="w" fact="0.291"/>
              <dgm:constr type="h" for="ch" forName="Child1" refType="h" fact="0.7066"/>
              <dgm:constr type="l" for="ch" forName="Parent1" refType="w" fact="0"/>
              <dgm:constr type="t" for="ch" forName="Parent1" refType="h" fact="0.0579"/>
              <dgm:constr type="w" for="ch" forName="Parent1" refType="w" fact="0.3333"/>
              <dgm:constr type="h" for="ch" forName="Parent1" refType="h" fact="0.1178"/>
              <dgm:constr type="l" for="ch" forName="ChildAccent2" refType="w" fact="0.3333"/>
              <dgm:constr type="t" for="ch" forName="ChildAccent2" refType="h" fact="0.1757"/>
              <dgm:constr type="w" for="ch" forName="ChildAccent2" refType="w" fact="0.3333"/>
              <dgm:constr type="h" for="ch" forName="ChildAccent2" refType="h" fact="0.7655"/>
              <dgm:constr type="l" for="ch" forName="Child2" refType="w" fact="0.3756"/>
              <dgm:constr type="t" for="ch" forName="Child2" refType="h" fact="0.1757"/>
              <dgm:constr type="w" for="ch" forName="Child2" refType="w" fact="0.291"/>
              <dgm:constr type="h" for="ch" forName="Child2" refType="h" fact="0.7655"/>
              <dgm:constr type="l" for="ch" forName="Parent2" refType="w" fact="0.3333"/>
              <dgm:constr type="t" for="ch" forName="Parent2" refType="h" fact="0.0285"/>
              <dgm:constr type="w" for="ch" forName="Parent2" refType="w" fact="0.3333"/>
              <dgm:constr type="h" for="ch" forName="Parent2" refType="h" fact="0.1472"/>
              <dgm:constr type="l" for="ch" forName="ChildAccent3" refType="w" fact="0.6667"/>
              <dgm:constr type="t" for="ch" forName="ChildAccent3" refType="h" fact="0.1757"/>
              <dgm:constr type="w" for="ch" forName="ChildAccent3" refType="w" fact="0.3333"/>
              <dgm:constr type="h" for="ch" forName="ChildAccent3" refType="h" fact="0.8243"/>
              <dgm:constr type="l" for="ch" forName="Child3" refType="w" fact="0.709"/>
              <dgm:constr type="t" for="ch" forName="Child3" refType="h" fact="0.1757"/>
              <dgm:constr type="w" for="ch" forName="Child3" refType="w" fact="0.291"/>
              <dgm:constr type="h" for="ch" forName="Child3" refType="h" fact="0.8243"/>
              <dgm:constr type="l" for="ch" forName="Parent3" refType="w" fact="0.6667"/>
              <dgm:constr type="t" for="ch" forName="Parent3" refType="h" fact="0"/>
              <dgm:constr type="w" for="ch" forName="Parent3" refType="w" fact="0.3333"/>
              <dgm:constr type="h" for="ch" forName="Parent3" refType="h" fact="0.176"/>
            </dgm:constrLst>
          </dgm:if>
          <dgm:if name="Name7" axis="ch" ptType="node" func="cnt" op="equ" val="4">
            <dgm:alg type="composite">
              <dgm:param type="ar" val="1.3622"/>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ChildAccent1" refType="w" fact="0"/>
              <dgm:constr type="t" for="ch" forName="ChildAccent1" refType="h" fact="0.1892"/>
              <dgm:constr type="w" for="ch" forName="ChildAccent1" refType="w" fact="0.25"/>
              <dgm:constr type="h" for="ch" forName="ChildAccent1" refType="h" fact="0.6486"/>
              <dgm:constr type="l" for="ch" forName="Child1" refType="w" fact="0.0317"/>
              <dgm:constr type="t" for="ch" forName="Child1" refType="h" fact="0.1892"/>
              <dgm:constr type="w" for="ch" forName="Child1" refType="w" fact="0.2183"/>
              <dgm:constr type="h" for="ch" forName="Child1" refType="h" fact="0.6486"/>
              <dgm:constr type="l" for="ch" forName="Parent1" refType="w" fact="0"/>
              <dgm:constr type="t" for="ch" forName="Parent1" refType="h" fact="0.0811"/>
              <dgm:constr type="w" for="ch" forName="Parent1" refType="w" fact="0.25"/>
              <dgm:constr type="h" for="ch" forName="Parent1" refType="h" fact="0.1081"/>
              <dgm:constr type="l" for="ch" forName="ChildAccent2" refType="w" fact="0.25"/>
              <dgm:constr type="t" for="ch" forName="ChildAccent2" refType="h" fact="0.1892"/>
              <dgm:constr type="w" for="ch" forName="ChildAccent2" refType="w" fact="0.25"/>
              <dgm:constr type="h" for="ch" forName="ChildAccent2" refType="h" fact="0.7027"/>
              <dgm:constr type="l" for="ch" forName="Child2" refType="w" fact="0.2817"/>
              <dgm:constr type="t" for="ch" forName="Child2" refType="h" fact="0.1892"/>
              <dgm:constr type="w" for="ch" forName="Child2" refType="w" fact="0.2183"/>
              <dgm:constr type="h" for="ch" forName="Child2" refType="h" fact="0.7027"/>
              <dgm:constr type="l" for="ch" forName="Parent2" refType="w" fact="0.25"/>
              <dgm:constr type="t" for="ch" forName="Parent2" refType="h" fact="0.0541"/>
              <dgm:constr type="w" for="ch" forName="Parent2" refType="w" fact="0.25"/>
              <dgm:constr type="h" for="ch" forName="Parent2" refType="h" fact="0.1351"/>
              <dgm:constr type="l" for="ch" forName="ChildAccent3" refType="w" fact="0.5"/>
              <dgm:constr type="t" for="ch" forName="ChildAccent3" refType="h" fact="0.1892"/>
              <dgm:constr type="w" for="ch" forName="ChildAccent3" refType="w" fact="0.25"/>
              <dgm:constr type="h" for="ch" forName="ChildAccent3" refType="h" fact="0.7568"/>
              <dgm:constr type="l" for="ch" forName="Child3" refType="w" fact="0.5317"/>
              <dgm:constr type="t" for="ch" forName="Child3" refType="h" fact="0.1892"/>
              <dgm:constr type="w" for="ch" forName="Child3" refType="w" fact="0.2183"/>
              <dgm:constr type="h" for="ch" forName="Child3" refType="h" fact="0.7568"/>
              <dgm:constr type="l" for="ch" forName="Parent3" refType="w" fact="0.5"/>
              <dgm:constr type="t" for="ch" forName="Parent3" refType="h" fact="0.0275"/>
              <dgm:constr type="w" for="ch" forName="Parent3" refType="w" fact="0.25"/>
              <dgm:constr type="h" for="ch" forName="Parent3" refType="h" fact="0.1622"/>
              <dgm:constr type="l" for="ch" forName="ChildAccent4" refType="w" fact="0.75"/>
              <dgm:constr type="t" for="ch" forName="ChildAccent4" refType="h" fact="0.1892"/>
              <dgm:constr type="w" for="ch" forName="ChildAccent4" refType="w" fact="0.25"/>
              <dgm:constr type="h" for="ch" forName="ChildAccent4" refType="h" fact="0.8108"/>
              <dgm:constr type="l" for="ch" forName="Child4" refType="w" fact="0.7817"/>
              <dgm:constr type="t" for="ch" forName="Child4" refType="h" fact="0.1892"/>
              <dgm:constr type="w" for="ch" forName="Child4" refType="w" fact="0.2183"/>
              <dgm:constr type="h" for="ch" forName="Child4" refType="h" fact="0.8108"/>
              <dgm:constr type="l" for="ch" forName="Parent4" refType="w" fact="0.75"/>
              <dgm:constr type="t" for="ch" forName="Parent4" refType="h" fact="0"/>
              <dgm:constr type="w" for="ch" forName="Parent4" refType="w" fact="0.25"/>
              <dgm:constr type="h" for="ch" forName="Parent4" refType="h" fact="0.1892"/>
            </dgm:constrLst>
          </dgm:if>
          <dgm:if name="Name8" axis="ch" ptType="node" func="cnt" op="equ" val="5">
            <dgm:alg type="composite">
              <dgm:param type="ar" val="1.5742"/>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ChildAccent1" refType="w" fact="0"/>
              <dgm:constr type="t" for="ch" forName="ChildAccent1" refType="h" fact="0.2"/>
              <dgm:constr type="w" for="ch" forName="ChildAccent1" refType="w" fact="0.2001"/>
              <dgm:constr type="h" for="ch" forName="ChildAccent1" refType="h" fact="0.6"/>
              <dgm:constr type="l" for="ch" forName="Child1" refType="w" fact="0.0254"/>
              <dgm:constr type="t" for="ch" forName="Child1" refType="h" fact="0.2"/>
              <dgm:constr type="w" for="ch" forName="Child1" refType="w" fact="0.1747"/>
              <dgm:constr type="h" for="ch" forName="Child1" refType="h" fact="0.6"/>
              <dgm:constr type="l" for="ch" forName="Parent1" refType="w" fact="0"/>
              <dgm:constr type="t" for="ch" forName="Parent1" refType="h" fact="0.1"/>
              <dgm:constr type="w" for="ch" forName="Parent1" refType="w" fact="0.2001"/>
              <dgm:constr type="h" for="ch" forName="Parent1" refType="h" fact="0.1"/>
              <dgm:constr type="l" for="ch" forName="ChildAccent2" refType="w" fact="0.2001"/>
              <dgm:constr type="t" for="ch" forName="ChildAccent2" refType="h" fact="0.2"/>
              <dgm:constr type="w" for="ch" forName="ChildAccent2" refType="w" fact="0.2001"/>
              <dgm:constr type="h" for="ch" forName="ChildAccent2" refType="h" fact="0.65"/>
              <dgm:constr type="l" for="ch" forName="Child2" refType="w" fact="0.2255"/>
              <dgm:constr type="t" for="ch" forName="Child2" refType="h" fact="0.2"/>
              <dgm:constr type="w" for="ch" forName="Child2" refType="w" fact="0.1747"/>
              <dgm:constr type="h" for="ch" forName="Child2" refType="h" fact="0.65"/>
              <dgm:constr type="l" for="ch" forName="Parent2" refType="w" fact="0.2001"/>
              <dgm:constr type="t" for="ch" forName="Parent2" refType="h" fact="0.075"/>
              <dgm:constr type="w" for="ch" forName="Parent2" refType="w" fact="0.2001"/>
              <dgm:constr type="h" for="ch" forName="Parent2" refType="h" fact="0.125"/>
              <dgm:constr type="l" for="ch" forName="ChildAccent3" refType="w" fact="0.4002"/>
              <dgm:constr type="t" for="ch" forName="ChildAccent3" refType="h" fact="0.2"/>
              <dgm:constr type="w" for="ch" forName="ChildAccent3" refType="w" fact="0.2001"/>
              <dgm:constr type="h" for="ch" forName="ChildAccent3" refType="h" fact="0.7"/>
              <dgm:constr type="l" for="ch" forName="Child3" refType="w" fact="0.4256"/>
              <dgm:constr type="t" for="ch" forName="Child3" refType="h" fact="0.2"/>
              <dgm:constr type="w" for="ch" forName="Child3" refType="w" fact="0.1747"/>
              <dgm:constr type="h" for="ch" forName="Child3" refType="h" fact="0.7"/>
              <dgm:constr type="l" for="ch" forName="Parent3" refType="w" fact="0.4002"/>
              <dgm:constr type="t" for="ch" forName="Parent3" refType="h" fact="0.0508"/>
              <dgm:constr type="w" for="ch" forName="Parent3" refType="w" fact="0.2001"/>
              <dgm:constr type="h" for="ch" forName="Parent3" refType="h" fact="0.15"/>
              <dgm:constr type="l" for="ch" forName="ChildAccent4" refType="w" fact="0.6003"/>
              <dgm:constr type="t" for="ch" forName="ChildAccent4" refType="h" fact="0.2"/>
              <dgm:constr type="w" for="ch" forName="ChildAccent4" refType="w" fact="0.2001"/>
              <dgm:constr type="h" for="ch" forName="ChildAccent4" refType="h" fact="0.75"/>
              <dgm:constr type="l" for="ch" forName="Child4" refType="w" fact="0.6257"/>
              <dgm:constr type="t" for="ch" forName="Child4" refType="h" fact="0.2"/>
              <dgm:constr type="w" for="ch" forName="Child4" refType="w" fact="0.1747"/>
              <dgm:constr type="h" for="ch" forName="Child4" refType="h" fact="0.75"/>
              <dgm:constr type="l" for="ch" forName="Parent4" refType="w" fact="0.6003"/>
              <dgm:constr type="t" for="ch" forName="Parent4" refType="h" fact="0.025"/>
              <dgm:constr type="w" for="ch" forName="Parent4" refType="w" fact="0.2001"/>
              <dgm:constr type="h" for="ch" forName="Parent4" refType="h" fact="0.175"/>
              <dgm:constr type="l" for="ch" forName="ChildAccent5" refType="w" fact="0.7999"/>
              <dgm:constr type="t" for="ch" forName="ChildAccent5" refType="h" fact="0.2"/>
              <dgm:constr type="w" for="ch" forName="ChildAccent5" refType="w" fact="0.2001"/>
              <dgm:constr type="h" for="ch" forName="ChildAccent5" refType="h" fact="0.8"/>
              <dgm:constr type="l" for="ch" forName="Child5" refType="w" fact="0.8253"/>
              <dgm:constr type="t" for="ch" forName="Child5" refType="h" fact="0.2"/>
              <dgm:constr type="w" for="ch" forName="Child5" refType="w" fact="0.1747"/>
              <dgm:constr type="h" for="ch" forName="Child5" refType="h" fact="0.8"/>
              <dgm:constr type="l" for="ch" forName="Parent5" refType="w" fact="0.7999"/>
              <dgm:constr type="t" for="ch" forName="Parent5" refType="h" fact="0"/>
              <dgm:constr type="w" for="ch" forName="Parent5" refType="w" fact="0.2001"/>
              <dgm:constr type="h" for="ch" forName="Parent5" refType="h" fact="0.2"/>
            </dgm:constrLst>
          </dgm:if>
          <dgm:if name="Name9" axis="ch" ptType="node" func="cnt" op="equ" val="6">
            <dgm:alg type="composite">
              <dgm:param type="ar" val="1.756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ChildAccent1" refType="w" fact="0"/>
              <dgm:constr type="t" for="ch" forName="ChildAccent1" refType="h" fact="0.2087"/>
              <dgm:constr type="w" for="ch" forName="ChildAccent1" refType="w" fact="0.167"/>
              <dgm:constr type="h" for="ch" forName="ChildAccent1" refType="h" fact="0.5586"/>
              <dgm:constr type="l" for="ch" forName="Child1" refType="w" fact="0.0212"/>
              <dgm:constr type="t" for="ch" forName="Child1" refType="h" fact="0.2087"/>
              <dgm:constr type="w" for="ch" forName="Child1" refType="w" fact="0.1458"/>
              <dgm:constr type="h" for="ch" forName="Child1" refType="h" fact="0.5586"/>
              <dgm:constr type="l" for="ch" forName="Parent1" refType="w" fact="0"/>
              <dgm:constr type="t" for="ch" forName="Parent1" refType="h" fact="0.1156"/>
              <dgm:constr type="w" for="ch" forName="Parent1" refType="w" fact="0.167"/>
              <dgm:constr type="h" for="ch" forName="Parent1" refType="h" fact="0.0931"/>
              <dgm:constr type="l" for="ch" forName="ChildAccent2" refType="w" fact="0.167"/>
              <dgm:constr type="t" for="ch" forName="ChildAccent2" refType="h" fact="0.2087"/>
              <dgm:constr type="w" for="ch" forName="ChildAccent2" refType="w" fact="0.167"/>
              <dgm:constr type="h" for="ch" forName="ChildAccent2" refType="h" fact="0.6051"/>
              <dgm:constr type="l" for="ch" forName="Child2" refType="w" fact="0.1888"/>
              <dgm:constr type="t" for="ch" forName="Child2" refType="h" fact="0.2087"/>
              <dgm:constr type="w" for="ch" forName="Child2" refType="w" fact="0.1458"/>
              <dgm:constr type="h" for="ch" forName="Child2" refType="h" fact="0.6051"/>
              <dgm:constr type="l" for="ch" forName="Parent2" refType="w" fact="0.167"/>
              <dgm:constr type="t" for="ch" forName="Parent2" refType="h" fact="0.0923"/>
              <dgm:constr type="w" for="ch" forName="Parent2" refType="w" fact="0.167"/>
              <dgm:constr type="h" for="ch" forName="Parent2" refType="h" fact="0.1164"/>
              <dgm:constr type="l" for="ch" forName="ChildAccent3" refType="w" fact="0.3339"/>
              <dgm:constr type="t" for="ch" forName="ChildAccent3" refType="h" fact="0.2087"/>
              <dgm:constr type="w" for="ch" forName="ChildAccent3" refType="w" fact="0.167"/>
              <dgm:constr type="h" for="ch" forName="ChildAccent3" refType="h" fact="0.6517"/>
              <dgm:constr type="l" for="ch" forName="Child3" refType="w" fact="0.3551"/>
              <dgm:constr type="t" for="ch" forName="Child3" refType="h" fact="0.2087"/>
              <dgm:constr type="w" for="ch" forName="Child3" refType="w" fact="0.1458"/>
              <dgm:constr type="h" for="ch" forName="Child3" refType="h" fact="0.6517"/>
              <dgm:constr type="l" for="ch" forName="Parent3" refType="w" fact="0.3339"/>
              <dgm:constr type="t" for="ch" forName="Parent3" refType="h" fact="0.0698"/>
              <dgm:constr type="w" for="ch" forName="Parent3" refType="w" fact="0.167"/>
              <dgm:constr type="h" for="ch" forName="Parent3" refType="h" fact="0.1396"/>
              <dgm:constr type="l" for="ch" forName="ChildAccent4" refType="w" fact="0.5009"/>
              <dgm:constr type="t" for="ch" forName="ChildAccent4" refType="h" fact="0.2087"/>
              <dgm:constr type="w" for="ch" forName="ChildAccent4" refType="w" fact="0.167"/>
              <dgm:constr type="h" for="ch" forName="ChildAccent4" refType="h" fact="0.6982"/>
              <dgm:constr type="l" for="ch" forName="Child4" refType="w" fact="0.5221"/>
              <dgm:constr type="t" for="ch" forName="Child4" refType="h" fact="0.2087"/>
              <dgm:constr type="w" for="ch" forName="Child4" refType="w" fact="0.1458"/>
              <dgm:constr type="h" for="ch" forName="Child4" refType="h" fact="0.6982"/>
              <dgm:constr type="l" for="ch" forName="Parent4" refType="w" fact="0.501"/>
              <dgm:constr type="t" for="ch" forName="Parent4" refType="h" fact="0.0458"/>
              <dgm:constr type="w" for="ch" forName="Parent4" refType="w" fact="0.167"/>
              <dgm:constr type="h" for="ch" forName="Parent4" refType="h" fact="0.1629"/>
              <dgm:constr type="l" for="ch" forName="ChildAccent5" refType="w" fact="0.6674"/>
              <dgm:constr type="t" for="ch" forName="ChildAccent5" refType="h" fact="0.2087"/>
              <dgm:constr type="w" for="ch" forName="ChildAccent5" refType="w" fact="0.167"/>
              <dgm:constr type="h" for="ch" forName="ChildAccent5" refType="h" fact="0.7448"/>
              <dgm:constr type="l" for="ch" forName="Child5" refType="w" fact="0.6886"/>
              <dgm:constr type="t" for="ch" forName="Child5" refType="h" fact="0.2087"/>
              <dgm:constr type="w" for="ch" forName="Child5" refType="w" fact="0.1458"/>
              <dgm:constr type="h" for="ch" forName="Child5" refType="h" fact="0.7448"/>
              <dgm:constr type="l" for="ch" forName="Parent5" refType="w" fact="0.668"/>
              <dgm:constr type="t" for="ch" forName="Parent5" refType="h" fact="0.0225"/>
              <dgm:constr type="w" for="ch" forName="Parent5" refType="w" fact="0.167"/>
              <dgm:constr type="h" for="ch" forName="Parent5" refType="h" fact="0.1862"/>
              <dgm:constr type="l" for="ch" forName="ChildAccent6" refType="w" fact="0.833"/>
              <dgm:constr type="t" for="ch" forName="ChildAccent6" refType="h" fact="0.2087"/>
              <dgm:constr type="w" for="ch" forName="ChildAccent6" refType="w" fact="0.167"/>
              <dgm:constr type="h" for="ch" forName="ChildAccent6" refType="h" fact="0.7913"/>
              <dgm:constr type="l" for="ch" forName="Child6" refType="w" fact="0.8542"/>
              <dgm:constr type="t" for="ch" forName="Child6" refType="h" fact="0.2087"/>
              <dgm:constr type="w" for="ch" forName="Child6" refType="w" fact="0.1458"/>
              <dgm:constr type="h" for="ch" forName="Child6" refType="h" fact="0.7913"/>
              <dgm:constr type="l" for="ch" forName="Parent6" refType="w" fact="0.835"/>
              <dgm:constr type="t" for="ch" forName="Parent6" refType="h" fact="0"/>
              <dgm:constr type="w" for="ch" forName="Parent6" refType="w" fact="0.165"/>
              <dgm:constr type="h" for="ch" forName="Parent6" refType="h" fact="0.2095"/>
            </dgm:constrLst>
          </dgm:if>
          <dgm:else name="Name10">
            <dgm:alg type="composite">
              <dgm:param type="ar" val="1.91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ChildAccent1" refType="w" fact="0"/>
              <dgm:constr type="t" for="ch" forName="ChildAccent1" refType="h" fact="0.2168"/>
              <dgm:constr type="w" for="ch" forName="ChildAccent1" refType="w" fact="0.1432"/>
              <dgm:constr type="h" for="ch" forName="ChildAccent1" refType="h" fact="0.5221"/>
              <dgm:constr type="l" for="ch" forName="Child1" refType="w" fact="0.0182"/>
              <dgm:constr type="t" for="ch" forName="Child1" refType="h" fact="0.2168"/>
              <dgm:constr type="w" for="ch" forName="Child1" refType="w" fact="0.125"/>
              <dgm:constr type="h" for="ch" forName="Child1" refType="h" fact="0.5221"/>
              <dgm:constr type="l" for="ch" forName="Parent1" refType="w" fact="0"/>
              <dgm:constr type="t" for="ch" forName="Parent1" refType="h" fact="0.1298"/>
              <dgm:constr type="w" for="ch" forName="Parent1" refType="w" fact="0.1432"/>
              <dgm:constr type="h" for="ch" forName="Parent1" refType="h" fact="0.087"/>
              <dgm:constr type="l" for="ch" forName="ChildAccent2" refType="w" fact="0.1432"/>
              <dgm:constr type="t" for="ch" forName="ChildAccent2" refType="h" fact="0.2168"/>
              <dgm:constr type="w" for="ch" forName="ChildAccent2" refType="w" fact="0.1432"/>
              <dgm:constr type="h" for="ch" forName="ChildAccent2" refType="h" fact="0.5656"/>
              <dgm:constr type="l" for="ch" forName="Child2" refType="w" fact="0.1614"/>
              <dgm:constr type="t" for="ch" forName="Child2" refType="h" fact="0.2168"/>
              <dgm:constr type="w" for="ch" forName="Child2" refType="w" fact="0.125"/>
              <dgm:constr type="h" for="ch" forName="Child2" refType="h" fact="0.5656"/>
              <dgm:constr type="l" for="ch" forName="Parent2" refType="w" fact="0.1432"/>
              <dgm:constr type="t" for="ch" forName="Parent2" refType="h" fact="0.108"/>
              <dgm:constr type="w" for="ch" forName="Parent2" refType="w" fact="0.1432"/>
              <dgm:constr type="h" for="ch" forName="Parent2" refType="h" fact="0.1088"/>
              <dgm:constr type="l" for="ch" forName="ChildAccent3" refType="w" fact="0.2865"/>
              <dgm:constr type="t" for="ch" forName="ChildAccent3" refType="h" fact="0.2168"/>
              <dgm:constr type="w" for="ch" forName="ChildAccent3" refType="w" fact="0.1432"/>
              <dgm:constr type="h" for="ch" forName="ChildAccent3" refType="h" fact="0.6091"/>
              <dgm:constr type="l" for="ch" forName="Child3" refType="w" fact="0.3047"/>
              <dgm:constr type="t" for="ch" forName="Child3" refType="h" fact="0.2168"/>
              <dgm:constr type="w" for="ch" forName="Child3" refType="w" fact="0.125"/>
              <dgm:constr type="h" for="ch" forName="Child3" refType="h" fact="0.6091"/>
              <dgm:constr type="l" for="ch" forName="Parent3" refType="w" fact="0.2865"/>
              <dgm:constr type="t" for="ch" forName="Parent3" refType="h" fact="0.087"/>
              <dgm:constr type="w" for="ch" forName="Parent3" refType="w" fact="0.1432"/>
              <dgm:constr type="h" for="ch" forName="Parent3" refType="h" fact="0.1305"/>
              <dgm:constr type="l" for="ch" forName="ChildAccent4" refType="w" fact="0.4297"/>
              <dgm:constr type="t" for="ch" forName="ChildAccent4" refType="h" fact="0.2168"/>
              <dgm:constr type="w" for="ch" forName="ChildAccent4" refType="w" fact="0.1432"/>
              <dgm:constr type="h" for="ch" forName="ChildAccent4" refType="h" fact="0.6526"/>
              <dgm:constr type="l" for="ch" forName="Child4" refType="w" fact="0.4479"/>
              <dgm:constr type="t" for="ch" forName="Child4" refType="h" fact="0.2168"/>
              <dgm:constr type="w" for="ch" forName="Child4" refType="w" fact="0.125"/>
              <dgm:constr type="h" for="ch" forName="Child4" refType="h" fact="0.6526"/>
              <dgm:constr type="l" for="ch" forName="Parent4" refType="w" fact="0.4297"/>
              <dgm:constr type="t" for="ch" forName="Parent4" refType="h" fact="0.0645"/>
              <dgm:constr type="w" for="ch" forName="Parent4" refType="w" fact="0.1432"/>
              <dgm:constr type="h" for="ch" forName="Parent4" refType="h" fact="0.1523"/>
              <dgm:constr type="l" for="ch" forName="ChildAccent5" refType="w" fact="0.5726"/>
              <dgm:constr type="t" for="ch" forName="ChildAccent5" refType="h" fact="0.2168"/>
              <dgm:constr type="w" for="ch" forName="ChildAccent5" refType="w" fact="0.1432"/>
              <dgm:constr type="h" for="ch" forName="ChildAccent5" refType="h" fact="0.6962"/>
              <dgm:constr type="l" for="ch" forName="Child5" refType="w" fact="0.5908"/>
              <dgm:constr type="t" for="ch" forName="Child5" refType="h" fact="0.2168"/>
              <dgm:constr type="w" for="ch" forName="Child5" refType="w" fact="0.125"/>
              <dgm:constr type="h" for="ch" forName="Child5" refType="h" fact="0.6962"/>
              <dgm:constr type="l" for="ch" forName="Parent5" refType="w" fact="0.5726"/>
              <dgm:constr type="t" for="ch" forName="Parent5" refType="h" fact="0.0428"/>
              <dgm:constr type="w" for="ch" forName="Parent5" refType="w" fact="0.1432"/>
              <dgm:constr type="h" for="ch" forName="Parent5" refType="h" fact="0.174"/>
              <dgm:constr type="l" for="ch" forName="ChildAccent6" refType="w" fact="0.7147"/>
              <dgm:constr type="t" for="ch" forName="ChildAccent6" refType="h" fact="0.2168"/>
              <dgm:constr type="w" for="ch" forName="ChildAccent6" refType="w" fact="0.1432"/>
              <dgm:constr type="h" for="ch" forName="ChildAccent6" refType="h" fact="0.7397"/>
              <dgm:constr type="l" for="ch" forName="Child6" refType="w" fact="0.7329"/>
              <dgm:constr type="t" for="ch" forName="Child6" refType="h" fact="0.2168"/>
              <dgm:constr type="w" for="ch" forName="Child6" refType="w" fact="0.125"/>
              <dgm:constr type="h" for="ch" forName="Child6" refType="h" fact="0.7397"/>
              <dgm:constr type="l" for="ch" forName="Parent6" refType="w" fact="0.716"/>
              <dgm:constr type="t" for="ch" forName="Parent6" refType="h" fact="0.0217"/>
              <dgm:constr type="w" for="ch" forName="Parent6" refType="w" fact="0.1424"/>
              <dgm:constr type="h" for="ch" forName="Parent6" refType="h" fact="0.1958"/>
              <dgm:constr type="l" for="ch" forName="ChildAccent7" refType="w" fact="0.8568"/>
              <dgm:constr type="t" for="ch" forName="ChildAccent7" refType="h" fact="0.2168"/>
              <dgm:constr type="w" for="ch" forName="ChildAccent7" refType="w" fact="0.1432"/>
              <dgm:constr type="h" for="ch" forName="ChildAccent7" refType="h" fact="0.7832"/>
              <dgm:constr type="l" for="ch" forName="Child7" refType="w" fact="0.875"/>
              <dgm:constr type="t" for="ch" forName="Child7" refType="h" fact="0.2168"/>
              <dgm:constr type="w" for="ch" forName="Child7" refType="w" fact="0.125"/>
              <dgm:constr type="h" for="ch" forName="Child7" refType="h" fact="0.7832"/>
              <dgm:constr type="l" for="ch" forName="Parent7" refType="w" fact="0.8577"/>
              <dgm:constr type="t" for="ch" forName="Parent7" refType="h" fact="0"/>
              <dgm:constr type="w" for="ch" forName="Parent7" refType="w" fact="0.1423"/>
              <dgm:constr type="h" for="ch" forName="Parent7" refType="h" fact="0.2175"/>
            </dgm:constrLst>
          </dgm:else>
        </dgm:choose>
      </dgm:if>
      <dgm:else name="Name11">
        <dgm:choose name="Name12">
          <dgm:if name="Name13" axis="ch" ptType="node" func="cnt" op="equ" val="1">
            <dgm:alg type="composite">
              <dgm:param type="ar" val="0.45"/>
            </dgm:alg>
            <dgm:constrLst>
              <dgm:constr type="primFontSz" for="des" forName="Child1" val="65"/>
              <dgm:constr type="primFontSz" for="des" forName="Parent1" val="65"/>
              <dgm:constr type="primFontSz" for="des" forName="Child1" refType="primFontSz" refFor="des" refForName="Parent1" op="lte"/>
              <dgm:constr type="l" for="ch" forName="ChildAccent1" refType="w" fact="0"/>
              <dgm:constr type="t" for="ch" forName="ChildAccent1" refType="h" fact="0.1429"/>
              <dgm:constr type="w" for="ch" forName="ChildAccent1" refType="w"/>
              <dgm:constr type="h" for="ch" forName="ChildAccent1" refType="h" fact="0.8571"/>
              <dgm:constr type="l" for="ch" forName="Child1" refType="w" fact="0"/>
              <dgm:constr type="t" for="ch" forName="Child1" refType="h" fact="0.1429"/>
              <dgm:constr type="w" for="ch" forName="Child1" refType="w" fact="0.873"/>
              <dgm:constr type="h" for="ch" forName="Child1" refType="h" fact="0.8571"/>
              <dgm:constr type="l" for="ch" forName="Parent1" refType="w" fact="0"/>
              <dgm:constr type="t" for="ch" forName="Parent1" refType="h" fact="0"/>
              <dgm:constr type="w" for="ch" forName="Parent1" refType="w"/>
              <dgm:constr type="h" for="ch" forName="Parent1" refType="h" fact="0.1429"/>
            </dgm:constrLst>
          </dgm:if>
          <dgm:if name="Name14" axis="ch" ptType="node" func="cnt" op="equ" val="2">
            <dgm:alg type="composite">
              <dgm:param type="ar" val="0.812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Child2" refType="w" fact="0"/>
              <dgm:constr type="t" for="ch" forName="Child2" refType="h" fact="0.1613"/>
              <dgm:constr type="w" for="ch" forName="Child2" refType="w" fact="0.4365"/>
              <dgm:constr type="h" for="ch" forName="Child2" refType="h" fact="0.8387"/>
              <dgm:constr type="l" for="ch" forName="Child1" refType="w" fact="0.5"/>
              <dgm:constr type="t" for="ch" forName="Child1" refType="h" fact="0.1613"/>
              <dgm:constr type="w" for="ch" forName="Child1" refType="w" fact="0.4365"/>
              <dgm:constr type="h" for="ch" forName="Child1" refType="h" fact="0.7742"/>
              <dgm:constr type="l" for="ch" forName="ChildAccent1" refType="w" fact="0.5"/>
              <dgm:constr type="t" for="ch" forName="ChildAccent1" refType="h" fact="0.1613"/>
              <dgm:constr type="w" for="ch" forName="ChildAccent1" refType="w" fact="0.5"/>
              <dgm:constr type="h" for="ch" forName="ChildAccent1" refType="h" fact="0.7742"/>
              <dgm:constr type="l" for="ch" forName="Parent1" refType="w" fact="0.5"/>
              <dgm:constr type="t" for="ch" forName="Parent1" refType="h" fact="0.0323"/>
              <dgm:constr type="w" for="ch" forName="Parent1" refType="w" fact="0.5"/>
              <dgm:constr type="h" for="ch" forName="Parent1" refType="h" fact="0.129"/>
              <dgm:constr type="l" for="ch" forName="ChildAccent2" refType="w" fact="0"/>
              <dgm:constr type="t" for="ch" forName="ChildAccent2" refType="h" fact="0.1613"/>
              <dgm:constr type="w" for="ch" forName="ChildAccent2" refType="w" fact="0.5"/>
              <dgm:constr type="h" for="ch" forName="ChildAccent2" refType="h" fact="0.8387"/>
              <dgm:constr type="l" for="ch" forName="Parent2" refType="w" fact="0"/>
              <dgm:constr type="t" for="ch" forName="Parent2" refType="h" fact="0"/>
              <dgm:constr type="w" for="ch" forName="Parent2" refType="w" fact="0.5"/>
              <dgm:constr type="h" for="ch" forName="Parent2" refType="h" fact="0.1613"/>
            </dgm:constrLst>
          </dgm:if>
          <dgm:if name="Name15" axis="ch" ptType="node" func="cnt" op="equ" val="3">
            <dgm:alg type="composite">
              <dgm:param type="ar" val="1.112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Child3" refType="w" fact="0"/>
              <dgm:constr type="t" for="ch" forName="Child3" refType="h" fact="0.1757"/>
              <dgm:constr type="w" for="ch" forName="Child3" refType="w" fact="0.291"/>
              <dgm:constr type="h" for="ch" forName="Child3" refType="h" fact="0.8243"/>
              <dgm:constr type="l" for="ch" forName="Child2" refType="w" fact="0.3333"/>
              <dgm:constr type="t" for="ch" forName="Child2" refType="h" fact="0.1757"/>
              <dgm:constr type="w" for="ch" forName="Child2" refType="w" fact="0.291"/>
              <dgm:constr type="h" for="ch" forName="Child2" refType="h" fact="0.7655"/>
              <dgm:constr type="l" for="ch" forName="Child1" refType="w" fact="0.6667"/>
              <dgm:constr type="t" for="ch" forName="Child1" refType="h" fact="0.1757"/>
              <dgm:constr type="w" for="ch" forName="Child1" refType="w" fact="0.291"/>
              <dgm:constr type="h" for="ch" forName="Child1" refType="h" fact="0.7066"/>
              <dgm:constr type="l" for="ch" forName="ChildAccent1" refType="w" fact="0.6667"/>
              <dgm:constr type="t" for="ch" forName="ChildAccent1" refType="h" fact="0.1757"/>
              <dgm:constr type="w" for="ch" forName="ChildAccent1" refType="w" fact="0.3333"/>
              <dgm:constr type="h" for="ch" forName="ChildAccent1" refType="h" fact="0.7066"/>
              <dgm:constr type="l" for="ch" forName="Parent1" refType="w" fact="0.6667"/>
              <dgm:constr type="t" for="ch" forName="Parent1" refType="h" fact="0.0579"/>
              <dgm:constr type="w" for="ch" forName="Parent1" refType="w" fact="0.3333"/>
              <dgm:constr type="h" for="ch" forName="Parent1" refType="h" fact="0.1178"/>
              <dgm:constr type="l" for="ch" forName="ChildAccent2" refType="w" fact="0.3333"/>
              <dgm:constr type="t" for="ch" forName="ChildAccent2" refType="h" fact="0.1757"/>
              <dgm:constr type="w" for="ch" forName="ChildAccent2" refType="w" fact="0.3333"/>
              <dgm:constr type="h" for="ch" forName="ChildAccent2" refType="h" fact="0.7655"/>
              <dgm:constr type="l" for="ch" forName="Parent2" refType="w" fact="0.3333"/>
              <dgm:constr type="t" for="ch" forName="Parent2" refType="h" fact="0.0285"/>
              <dgm:constr type="w" for="ch" forName="Parent2" refType="w" fact="0.3333"/>
              <dgm:constr type="h" for="ch" forName="Parent2" refType="h" fact="0.1472"/>
              <dgm:constr type="l" for="ch" forName="ChildAccent3" refType="w" fact="0"/>
              <dgm:constr type="t" for="ch" forName="ChildAccent3" refType="h" fact="0.1757"/>
              <dgm:constr type="w" for="ch" forName="ChildAccent3" refType="w" fact="0.3333"/>
              <dgm:constr type="h" for="ch" forName="ChildAccent3" refType="h" fact="0.8243"/>
              <dgm:constr type="l" for="ch" forName="Parent3" refType="w" fact="0"/>
              <dgm:constr type="t" for="ch" forName="Parent3" refType="h" fact="0"/>
              <dgm:constr type="w" for="ch" forName="Parent3" refType="w" fact="0.3333"/>
              <dgm:constr type="h" for="ch" forName="Parent3" refType="h" fact="0.176"/>
            </dgm:constrLst>
          </dgm:if>
          <dgm:if name="Name16" axis="ch" ptType="node" func="cnt" op="equ" val="4">
            <dgm:alg type="composite">
              <dgm:param type="ar" val="1.3622"/>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Child4" refType="w" fact="0"/>
              <dgm:constr type="t" for="ch" forName="Child4" refType="h" fact="0.1892"/>
              <dgm:constr type="w" for="ch" forName="Child4" refType="w" fact="0.2183"/>
              <dgm:constr type="h" for="ch" forName="Child4" refType="h" fact="0.8108"/>
              <dgm:constr type="l" for="ch" forName="Child3" refType="w" fact="0.25"/>
              <dgm:constr type="t" for="ch" forName="Child3" refType="h" fact="0.1892"/>
              <dgm:constr type="w" for="ch" forName="Child3" refType="w" fact="0.2183"/>
              <dgm:constr type="h" for="ch" forName="Child3" refType="h" fact="0.7568"/>
              <dgm:constr type="l" for="ch" forName="Child2" refType="w" fact="0.5"/>
              <dgm:constr type="t" for="ch" forName="Child2" refType="h" fact="0.1892"/>
              <dgm:constr type="w" for="ch" forName="Child2" refType="w" fact="0.2183"/>
              <dgm:constr type="h" for="ch" forName="Child2" refType="h" fact="0.7027"/>
              <dgm:constr type="l" for="ch" forName="Child1" refType="w" fact="0.75"/>
              <dgm:constr type="t" for="ch" forName="Child1" refType="h" fact="0.1892"/>
              <dgm:constr type="w" for="ch" forName="Child1" refType="w" fact="0.2183"/>
              <dgm:constr type="h" for="ch" forName="Child1" refType="h" fact="0.6486"/>
              <dgm:constr type="l" for="ch" forName="ChildAccent1" refType="w" fact="0.75"/>
              <dgm:constr type="t" for="ch" forName="ChildAccent1" refType="h" fact="0.1892"/>
              <dgm:constr type="w" for="ch" forName="ChildAccent1" refType="w" fact="0.25"/>
              <dgm:constr type="h" for="ch" forName="ChildAccent1" refType="h" fact="0.6486"/>
              <dgm:constr type="l" for="ch" forName="Parent1" refType="w" fact="0.75"/>
              <dgm:constr type="t" for="ch" forName="Parent1" refType="h" fact="0.0811"/>
              <dgm:constr type="w" for="ch" forName="Parent1" refType="w" fact="0.25"/>
              <dgm:constr type="h" for="ch" forName="Parent1" refType="h" fact="0.1081"/>
              <dgm:constr type="l" for="ch" forName="ChildAccent2" refType="w" fact="0.5"/>
              <dgm:constr type="t" for="ch" forName="ChildAccent2" refType="h" fact="0.1892"/>
              <dgm:constr type="w" for="ch" forName="ChildAccent2" refType="w" fact="0.25"/>
              <dgm:constr type="h" for="ch" forName="ChildAccent2" refType="h" fact="0.7027"/>
              <dgm:constr type="l" for="ch" forName="Parent2" refType="w" fact="0.5"/>
              <dgm:constr type="t" for="ch" forName="Parent2" refType="h" fact="0.0541"/>
              <dgm:constr type="w" for="ch" forName="Parent2" refType="w" fact="0.25"/>
              <dgm:constr type="h" for="ch" forName="Parent2" refType="h" fact="0.1351"/>
              <dgm:constr type="l" for="ch" forName="ChildAccent3" refType="w" fact="0.25"/>
              <dgm:constr type="t" for="ch" forName="ChildAccent3" refType="h" fact="0.1892"/>
              <dgm:constr type="w" for="ch" forName="ChildAccent3" refType="w" fact="0.25"/>
              <dgm:constr type="h" for="ch" forName="ChildAccent3" refType="h" fact="0.7568"/>
              <dgm:constr type="l" for="ch" forName="Parent3" refType="w" fact="0.25"/>
              <dgm:constr type="t" for="ch" forName="Parent3" refType="h" fact="0.0279"/>
              <dgm:constr type="w" for="ch" forName="Parent3" refType="w" fact="0.25"/>
              <dgm:constr type="h" for="ch" forName="Parent3" refType="h" fact="0.161"/>
              <dgm:constr type="l" for="ch" forName="ChildAccent4" refType="w" fact="0"/>
              <dgm:constr type="t" for="ch" forName="ChildAccent4" refType="h" fact="0.1892"/>
              <dgm:constr type="w" for="ch" forName="ChildAccent4" refType="w" fact="0.25"/>
              <dgm:constr type="h" for="ch" forName="ChildAccent4" refType="h" fact="0.8108"/>
              <dgm:constr type="l" for="ch" forName="Parent4" refType="w" fact="0"/>
              <dgm:constr type="t" for="ch" forName="Parent4" refType="h" fact="0"/>
              <dgm:constr type="w" for="ch" forName="Parent4" refType="w" fact="0.25"/>
              <dgm:constr type="h" for="ch" forName="Parent4" refType="h" fact="0.1892"/>
            </dgm:constrLst>
          </dgm:if>
          <dgm:if name="Name17" axis="ch" ptType="node" func="cnt" op="equ" val="5">
            <dgm:alg type="composite">
              <dgm:param type="ar" val="1.5742"/>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Child5" refType="w" fact="0"/>
              <dgm:constr type="t" for="ch" forName="Child5" refType="h" fact="0.2"/>
              <dgm:constr type="w" for="ch" forName="Child5" refType="w" fact="0.1747"/>
              <dgm:constr type="h" for="ch" forName="Child5" refType="h" fact="0.8"/>
              <dgm:constr type="l" for="ch" forName="Child4" refType="w" fact="0.2001"/>
              <dgm:constr type="t" for="ch" forName="Child4" refType="h" fact="0.2"/>
              <dgm:constr type="w" for="ch" forName="Child4" refType="w" fact="0.1747"/>
              <dgm:constr type="h" for="ch" forName="Child4" refType="h" fact="0.75"/>
              <dgm:constr type="l" for="ch" forName="Child3" refType="w" fact="0.4002"/>
              <dgm:constr type="t" for="ch" forName="Child3" refType="h" fact="0.2"/>
              <dgm:constr type="w" for="ch" forName="Child3" refType="w" fact="0.1747"/>
              <dgm:constr type="h" for="ch" forName="Child3" refType="h" fact="0.7"/>
              <dgm:constr type="l" for="ch" forName="Child2" refType="w" fact="0.6003"/>
              <dgm:constr type="t" for="ch" forName="Child2" refType="h" fact="0.2"/>
              <dgm:constr type="w" for="ch" forName="Child2" refType="w" fact="0.1747"/>
              <dgm:constr type="h" for="ch" forName="Child2" refType="h" fact="0.65"/>
              <dgm:constr type="l" for="ch" forName="Child1" refType="w" fact="0.7999"/>
              <dgm:constr type="t" for="ch" forName="Child1" refType="h" fact="0.2"/>
              <dgm:constr type="w" for="ch" forName="Child1" refType="w" fact="0.1747"/>
              <dgm:constr type="h" for="ch" forName="Child1" refType="h" fact="0.6"/>
              <dgm:constr type="l" for="ch" forName="ChildAccent1" refType="w" fact="0.7999"/>
              <dgm:constr type="t" for="ch" forName="ChildAccent1" refType="h" fact="0.2"/>
              <dgm:constr type="w" for="ch" forName="ChildAccent1" refType="w" fact="0.2001"/>
              <dgm:constr type="h" for="ch" forName="ChildAccent1" refType="h" fact="0.6"/>
              <dgm:constr type="l" for="ch" forName="Parent1" refType="w" fact="0.7999"/>
              <dgm:constr type="t" for="ch" forName="Parent1" refType="h" fact="0.1"/>
              <dgm:constr type="w" for="ch" forName="Parent1" refType="w" fact="0.2001"/>
              <dgm:constr type="h" for="ch" forName="Parent1" refType="h" fact="0.1"/>
              <dgm:constr type="l" for="ch" forName="ChildAccent2" refType="w" fact="0.6003"/>
              <dgm:constr type="t" for="ch" forName="ChildAccent2" refType="h" fact="0.2"/>
              <dgm:constr type="w" for="ch" forName="ChildAccent2" refType="w" fact="0.2001"/>
              <dgm:constr type="h" for="ch" forName="ChildAccent2" refType="h" fact="0.65"/>
              <dgm:constr type="l" for="ch" forName="Parent2" refType="w" fact="0.6003"/>
              <dgm:constr type="t" for="ch" forName="Parent2" refType="h" fact="0.075"/>
              <dgm:constr type="w" for="ch" forName="Parent2" refType="w" fact="0.2001"/>
              <dgm:constr type="h" for="ch" forName="Parent2" refType="h" fact="0.125"/>
              <dgm:constr type="l" for="ch" forName="ChildAccent3" refType="w" fact="0.4002"/>
              <dgm:constr type="t" for="ch" forName="ChildAccent3" refType="h" fact="0.2"/>
              <dgm:constr type="w" for="ch" forName="ChildAccent3" refType="w" fact="0.2001"/>
              <dgm:constr type="h" for="ch" forName="ChildAccent3" refType="h" fact="0.7"/>
              <dgm:constr type="l" for="ch" forName="Parent3" refType="w" fact="0.4002"/>
              <dgm:constr type="t" for="ch" forName="Parent3" refType="h" fact="0.0508"/>
              <dgm:constr type="w" for="ch" forName="Parent3" refType="w" fact="0.2001"/>
              <dgm:constr type="h" for="ch" forName="Parent3" refType="h" fact="0.15"/>
              <dgm:constr type="l" for="ch" forName="ChildAccent4" refType="w" fact="0.2001"/>
              <dgm:constr type="t" for="ch" forName="ChildAccent4" refType="h" fact="0.2"/>
              <dgm:constr type="w" for="ch" forName="ChildAccent4" refType="w" fact="0.2001"/>
              <dgm:constr type="h" for="ch" forName="ChildAccent4" refType="h" fact="0.75"/>
              <dgm:constr type="l" for="ch" forName="Parent4" refType="w" fact="0.2001"/>
              <dgm:constr type="t" for="ch" forName="Parent4" refType="h" fact="0.025"/>
              <dgm:constr type="w" for="ch" forName="Parent4" refType="w" fact="0.2001"/>
              <dgm:constr type="h" for="ch" forName="Parent4" refType="h" fact="0.175"/>
              <dgm:constr type="l" for="ch" forName="ChildAccent5" refType="w" fact="0"/>
              <dgm:constr type="t" for="ch" forName="ChildAccent5" refType="h" fact="0.2"/>
              <dgm:constr type="w" for="ch" forName="ChildAccent5" refType="w" fact="0.2001"/>
              <dgm:constr type="h" for="ch" forName="ChildAccent5" refType="h" fact="0.8"/>
              <dgm:constr type="l" for="ch" forName="Parent5" refType="w" fact="0"/>
              <dgm:constr type="t" for="ch" forName="Parent5" refType="h" fact="0"/>
              <dgm:constr type="w" for="ch" forName="Parent5" refType="w" fact="0.2001"/>
              <dgm:constr type="h" for="ch" forName="Parent5" refType="h" fact="0.2"/>
            </dgm:constrLst>
          </dgm:if>
          <dgm:if name="Name18" axis="ch" ptType="node" func="cnt" op="equ" val="6">
            <dgm:alg type="composite">
              <dgm:param type="ar" val="1.756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Child6" refType="w" fact="0"/>
              <dgm:constr type="t" for="ch" forName="Child6" refType="h" fact="0.2087"/>
              <dgm:constr type="w" for="ch" forName="Child6" refType="w" fact="0.1458"/>
              <dgm:constr type="h" for="ch" forName="Child6" refType="h" fact="0.7913"/>
              <dgm:constr type="l" for="ch" forName="Child5" refType="w" fact="0.167"/>
              <dgm:constr type="t" for="ch" forName="Child5" refType="h" fact="0.2087"/>
              <dgm:constr type="w" for="ch" forName="Child5" refType="w" fact="0.1458"/>
              <dgm:constr type="h" for="ch" forName="Child5" refType="h" fact="0.7448"/>
              <dgm:constr type="l" for="ch" forName="Child4" refType="w" fact="0.3339"/>
              <dgm:constr type="t" for="ch" forName="Child4" refType="h" fact="0.2087"/>
              <dgm:constr type="w" for="ch" forName="Child4" refType="w" fact="0.1458"/>
              <dgm:constr type="h" for="ch" forName="Child4" refType="h" fact="0.6982"/>
              <dgm:constr type="l" for="ch" forName="Child3" refType="w" fact="0.5009"/>
              <dgm:constr type="t" for="ch" forName="Child3" refType="h" fact="0.2087"/>
              <dgm:constr type="w" for="ch" forName="Child3" refType="w" fact="0.1458"/>
              <dgm:constr type="h" for="ch" forName="Child3" refType="h" fact="0.6517"/>
              <dgm:constr type="l" for="ch" forName="Child2" refType="w" fact="0.6674"/>
              <dgm:constr type="t" for="ch" forName="Child2" refType="h" fact="0.2087"/>
              <dgm:constr type="w" for="ch" forName="Child2" refType="w" fact="0.1458"/>
              <dgm:constr type="h" for="ch" forName="Child2" refType="h" fact="0.6051"/>
              <dgm:constr type="l" for="ch" forName="Child1" refType="w" fact="0.833"/>
              <dgm:constr type="t" for="ch" forName="Child1" refType="h" fact="0.2087"/>
              <dgm:constr type="w" for="ch" forName="Child1" refType="w" fact="0.1458"/>
              <dgm:constr type="h" for="ch" forName="Child1" refType="h" fact="0.5586"/>
              <dgm:constr type="l" for="ch" forName="ChildAccent1" refType="w" fact="0.833"/>
              <dgm:constr type="t" for="ch" forName="ChildAccent1" refType="h" fact="0.2087"/>
              <dgm:constr type="w" for="ch" forName="ChildAccent1" refType="w" fact="0.167"/>
              <dgm:constr type="h" for="ch" forName="ChildAccent1" refType="h" fact="0.5586"/>
              <dgm:constr type="l" for="ch" forName="Parent1" refType="w" fact="0.833"/>
              <dgm:constr type="t" for="ch" forName="Parent1" refType="h" fact="0.1156"/>
              <dgm:constr type="w" for="ch" forName="Parent1" refType="w" fact="0.167"/>
              <dgm:constr type="h" for="ch" forName="Parent1" refType="h" fact="0.0931"/>
              <dgm:constr type="l" for="ch" forName="ChildAccent2" refType="w" fact="0.6674"/>
              <dgm:constr type="t" for="ch" forName="ChildAccent2" refType="h" fact="0.2087"/>
              <dgm:constr type="w" for="ch" forName="ChildAccent2" refType="w" fact="0.167"/>
              <dgm:constr type="h" for="ch" forName="ChildAccent2" refType="h" fact="0.6051"/>
              <dgm:constr type="l" for="ch" forName="Parent2" refType="w" fact="0.6674"/>
              <dgm:constr type="t" for="ch" forName="Parent2" refType="h" fact="0.0923"/>
              <dgm:constr type="w" for="ch" forName="Parent2" refType="w" fact="0.165"/>
              <dgm:constr type="h" for="ch" forName="Parent2" refType="h" fact="0.1164"/>
              <dgm:constr type="l" for="ch" forName="ChildAccent3" refType="w" fact="0.5009"/>
              <dgm:constr type="t" for="ch" forName="ChildAccent3" refType="h" fact="0.2087"/>
              <dgm:constr type="w" for="ch" forName="ChildAccent3" refType="w" fact="0.167"/>
              <dgm:constr type="h" for="ch" forName="ChildAccent3" refType="h" fact="0.6517"/>
              <dgm:constr type="l" for="ch" forName="Parent3" refType="w" fact="0.5009"/>
              <dgm:constr type="t" for="ch" forName="Parent3" refType="h" fact="0.0698"/>
              <dgm:constr type="w" for="ch" forName="Parent3" refType="w" fact="0.166"/>
              <dgm:constr type="h" for="ch" forName="Parent3" refType="h" fact="0.1396"/>
              <dgm:constr type="l" for="ch" forName="ChildAccent4" refType="w" fact="0.3339"/>
              <dgm:constr type="t" for="ch" forName="ChildAccent4" refType="h" fact="0.2087"/>
              <dgm:constr type="w" for="ch" forName="ChildAccent4" refType="w" fact="0.167"/>
              <dgm:constr type="h" for="ch" forName="ChildAccent4" refType="h" fact="0.6982"/>
              <dgm:constr type="l" for="ch" forName="Parent4" refType="w" fact="0.3339"/>
              <dgm:constr type="t" for="ch" forName="Parent4" refType="h" fact="0.0458"/>
              <dgm:constr type="w" for="ch" forName="Parent4" refType="w" fact="0.167"/>
              <dgm:constr type="h" for="ch" forName="Parent4" refType="h" fact="0.1629"/>
              <dgm:constr type="l" for="ch" forName="ChildAccent5" refType="w" fact="0.167"/>
              <dgm:constr type="t" for="ch" forName="ChildAccent5" refType="h" fact="0.2087"/>
              <dgm:constr type="w" for="ch" forName="ChildAccent5" refType="w" fact="0.167"/>
              <dgm:constr type="h" for="ch" forName="ChildAccent5" refType="h" fact="0.7448"/>
              <dgm:constr type="l" for="ch" forName="Parent5" refType="w" fact="0.167"/>
              <dgm:constr type="t" for="ch" forName="Parent5" refType="h" fact="0.0225"/>
              <dgm:constr type="w" for="ch" forName="Parent5" refType="w" fact="0.167"/>
              <dgm:constr type="h" for="ch" forName="Parent5" refType="h" fact="0.1862"/>
              <dgm:constr type="l" for="ch" forName="ChildAccent6" refType="w" fact="0"/>
              <dgm:constr type="t" for="ch" forName="ChildAccent6" refType="h" fact="0.2087"/>
              <dgm:constr type="w" for="ch" forName="ChildAccent6" refType="w" fact="0.167"/>
              <dgm:constr type="h" for="ch" forName="ChildAccent6" refType="h" fact="0.7913"/>
              <dgm:constr type="l" for="ch" forName="Parent6" refType="w" fact="0"/>
              <dgm:constr type="t" for="ch" forName="Parent6" refType="h" fact="0"/>
              <dgm:constr type="w" for="ch" forName="Parent6" refType="w" fact="0.167"/>
              <dgm:constr type="h" for="ch" forName="Parent6" refType="h" fact="0.2095"/>
            </dgm:constrLst>
          </dgm:if>
          <dgm:else name="Name19">
            <dgm:alg type="composite">
              <dgm:param type="ar" val="1.91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Child7" refType="w" fact="0"/>
              <dgm:constr type="t" for="ch" forName="Child7" refType="h" fact="0.2168"/>
              <dgm:constr type="w" for="ch" forName="Child7" refType="w" fact="0.125"/>
              <dgm:constr type="h" for="ch" forName="Child7" refType="h" fact="0.7832"/>
              <dgm:constr type="l" for="ch" forName="Child6" refType="w" fact="0.1432"/>
              <dgm:constr type="t" for="ch" forName="Child6" refType="h" fact="0.2168"/>
              <dgm:constr type="w" for="ch" forName="Child6" refType="w" fact="0.125"/>
              <dgm:constr type="h" for="ch" forName="Child6" refType="h" fact="0.7397"/>
              <dgm:constr type="l" for="ch" forName="Child5" refType="w" fact="0.2865"/>
              <dgm:constr type="t" for="ch" forName="Child5" refType="h" fact="0.2168"/>
              <dgm:constr type="w" for="ch" forName="Child5" refType="w" fact="0.125"/>
              <dgm:constr type="h" for="ch" forName="Child5" refType="h" fact="0.6962"/>
              <dgm:constr type="l" for="ch" forName="Child4" refType="w" fact="0.4297"/>
              <dgm:constr type="t" for="ch" forName="Child4" refType="h" fact="0.2168"/>
              <dgm:constr type="w" for="ch" forName="Child4" refType="w" fact="0.125"/>
              <dgm:constr type="h" for="ch" forName="Child4" refType="h" fact="0.6526"/>
              <dgm:constr type="l" for="ch" forName="Child3" refType="w" fact="0.5726"/>
              <dgm:constr type="t" for="ch" forName="Child3" refType="h" fact="0.2168"/>
              <dgm:constr type="w" for="ch" forName="Child3" refType="w" fact="0.125"/>
              <dgm:constr type="h" for="ch" forName="Child3" refType="h" fact="0.6091"/>
              <dgm:constr type="l" for="ch" forName="Child2" refType="w" fact="0.7147"/>
              <dgm:constr type="t" for="ch" forName="Child2" refType="h" fact="0.2168"/>
              <dgm:constr type="w" for="ch" forName="Child2" refType="w" fact="0.125"/>
              <dgm:constr type="h" for="ch" forName="Child2" refType="h" fact="0.5656"/>
              <dgm:constr type="l" for="ch" forName="Child1" refType="w" fact="0.8568"/>
              <dgm:constr type="t" for="ch" forName="Child1" refType="h" fact="0.2168"/>
              <dgm:constr type="w" for="ch" forName="Child1" refType="w" fact="0.125"/>
              <dgm:constr type="h" for="ch" forName="Child1" refType="h" fact="0.5221"/>
              <dgm:constr type="l" for="ch" forName="ChildAccent1" refType="w" fact="0.8568"/>
              <dgm:constr type="t" for="ch" forName="ChildAccent1" refType="h" fact="0.2168"/>
              <dgm:constr type="w" for="ch" forName="ChildAccent1" refType="w" fact="0.1432"/>
              <dgm:constr type="h" for="ch" forName="ChildAccent1" refType="h" fact="0.5221"/>
              <dgm:constr type="l" for="ch" forName="Parent1" refType="w" fact="0.8568"/>
              <dgm:constr type="t" for="ch" forName="Parent1" refType="h" fact="0.1298"/>
              <dgm:constr type="w" for="ch" forName="Parent1" refType="w" fact="0.1432"/>
              <dgm:constr type="h" for="ch" forName="Parent1" refType="h" fact="0.087"/>
              <dgm:constr type="l" for="ch" forName="ChildAccent2" refType="w" fact="0.7147"/>
              <dgm:constr type="t" for="ch" forName="ChildAccent2" refType="h" fact="0.2168"/>
              <dgm:constr type="w" for="ch" forName="ChildAccent2" refType="w" fact="0.1432"/>
              <dgm:constr type="h" for="ch" forName="ChildAccent2" refType="h" fact="0.5656"/>
              <dgm:constr type="l" for="ch" forName="Parent2" refType="w" fact="0.7147"/>
              <dgm:constr type="t" for="ch" forName="Parent2" refType="h" fact="0.108"/>
              <dgm:constr type="w" for="ch" forName="Parent2" refType="w" fact="0.1425"/>
              <dgm:constr type="h" for="ch" forName="Parent2" refType="h" fact="0.1088"/>
              <dgm:constr type="l" for="ch" forName="ChildAccent3" refType="w" fact="0.5726"/>
              <dgm:constr type="t" for="ch" forName="ChildAccent3" refType="h" fact="0.2168"/>
              <dgm:constr type="w" for="ch" forName="ChildAccent3" refType="w" fact="0.1432"/>
              <dgm:constr type="h" for="ch" forName="ChildAccent3" refType="h" fact="0.6091"/>
              <dgm:constr type="l" for="ch" forName="Parent3" refType="w" fact="0.5726"/>
              <dgm:constr type="t" for="ch" forName="Parent3" refType="h" fact="0.087"/>
              <dgm:constr type="w" for="ch" forName="Parent3" refType="w" fact="0.142"/>
              <dgm:constr type="h" for="ch" forName="Parent3" refType="h" fact="0.1305"/>
              <dgm:constr type="l" for="ch" forName="ChildAccent4" refType="w" fact="0.4297"/>
              <dgm:constr type="t" for="ch" forName="ChildAccent4" refType="h" fact="0.2168"/>
              <dgm:constr type="w" for="ch" forName="ChildAccent4" refType="w" fact="0.1432"/>
              <dgm:constr type="h" for="ch" forName="ChildAccent4" refType="h" fact="0.6526"/>
              <dgm:constr type="l" for="ch" forName="Parent4" refType="w" fact="0.4297"/>
              <dgm:constr type="t" for="ch" forName="Parent4" refType="h" fact="0.0645"/>
              <dgm:constr type="w" for="ch" forName="Parent4" refType="w" fact="0.1432"/>
              <dgm:constr type="h" for="ch" forName="Parent4" refType="h" fact="0.1523"/>
              <dgm:constr type="l" for="ch" forName="ChildAccent5" refType="w" fact="0.2865"/>
              <dgm:constr type="t" for="ch" forName="ChildAccent5" refType="h" fact="0.2168"/>
              <dgm:constr type="w" for="ch" forName="ChildAccent5" refType="w" fact="0.1432"/>
              <dgm:constr type="h" for="ch" forName="ChildAccent5" refType="h" fact="0.6962"/>
              <dgm:constr type="l" for="ch" forName="Parent5" refType="w" fact="0.2865"/>
              <dgm:constr type="t" for="ch" forName="Parent5" refType="h" fact="0.0428"/>
              <dgm:constr type="w" for="ch" forName="Parent5" refType="w" fact="0.1432"/>
              <dgm:constr type="h" for="ch" forName="Parent5" refType="h" fact="0.174"/>
              <dgm:constr type="l" for="ch" forName="ChildAccent6" refType="w" fact="0.1432"/>
              <dgm:constr type="t" for="ch" forName="ChildAccent6" refType="h" fact="0.2168"/>
              <dgm:constr type="w" for="ch" forName="ChildAccent6" refType="w" fact="0.1432"/>
              <dgm:constr type="h" for="ch" forName="ChildAccent6" refType="h" fact="0.7397"/>
              <dgm:constr type="l" for="ch" forName="Parent6" refType="w" fact="0.1432"/>
              <dgm:constr type="t" for="ch" forName="Parent6" refType="h" fact="0.0217"/>
              <dgm:constr type="w" for="ch" forName="Parent6" refType="w" fact="0.1432"/>
              <dgm:constr type="h" for="ch" forName="Parent6" refType="h" fact="0.1958"/>
              <dgm:constr type="l" for="ch" forName="ChildAccent7" refType="w" fact="0"/>
              <dgm:constr type="t" for="ch" forName="ChildAccent7" refType="h" fact="0.2168"/>
              <dgm:constr type="w" for="ch" forName="ChildAccent7" refType="w" fact="0.1432"/>
              <dgm:constr type="h" for="ch" forName="ChildAccent7" refType="h" fact="0.7832"/>
              <dgm:constr type="l" for="ch" forName="Parent7" refType="w" fact="0"/>
              <dgm:constr type="t" for="ch" forName="Parent7" refType="h" fact="0"/>
              <dgm:constr type="w" for="ch" forName="Parent7" refType="w" fact="0.1432"/>
              <dgm:constr type="h" for="ch" forName="Parent7" refType="h" fact="0.2175"/>
            </dgm:constrLst>
          </dgm:else>
        </dgm:choose>
      </dgm:else>
    </dgm:choose>
    <dgm:forEach name="wrapper" axis="self" ptType="parTrans">
      <dgm:forEach name="accentRepeat" axis="self">
        <dgm:layoutNode name="ChildAccent" styleLbl="alignImgPlace1">
          <dgm:alg type="sp"/>
          <dgm:choose name="Name20">
            <dgm:if name="Name21" axis="followSib" ptType="node" func="cnt" op="equ" val="0">
              <dgm:shape xmlns:r="http://schemas.openxmlformats.org/officeDocument/2006/relationships" type="wedgeRectCallout" r:blip="">
                <dgm:adjLst>
                  <dgm:adj idx="1" val="0"/>
                  <dgm:adj idx="2" val="0"/>
                </dgm:adjLst>
              </dgm:shape>
            </dgm:if>
            <dgm:else name="Name22">
              <dgm:choose name="Name23">
                <dgm:if name="Name24" axis="precedSib" ptType="node" func="cnt" op="equ" val="6">
                  <dgm:shape xmlns:r="http://schemas.openxmlformats.org/officeDocument/2006/relationships" type="wedgeRectCallout" r:blip="">
                    <dgm:adjLst>
                      <dgm:adj idx="1" val="0"/>
                      <dgm:adj idx="2" val="0"/>
                    </dgm:adjLst>
                  </dgm:shape>
                </dgm:if>
                <dgm:else name="Name25">
                  <dgm:choose name="Name26">
                    <dgm:if name="Name27" func="var" arg="dir" op="equ" val="norm">
                      <dgm:shape xmlns:r="http://schemas.openxmlformats.org/officeDocument/2006/relationships" type="wedgeRectCallout" r:blip="">
                        <dgm:adjLst>
                          <dgm:adj idx="1" val="0.625"/>
                          <dgm:adj idx="2" val="0.2083"/>
                        </dgm:adjLst>
                      </dgm:shape>
                    </dgm:if>
                    <dgm:else name="Name28">
                      <dgm:shape xmlns:r="http://schemas.openxmlformats.org/officeDocument/2006/relationships" type="wedgeRectCallout" r:blip="">
                        <dgm:adjLst>
                          <dgm:adj idx="1" val="-0.625"/>
                          <dgm:adj idx="2" val="0.2083"/>
                        </dgm:adjLst>
                      </dgm:shape>
                    </dgm:else>
                  </dgm:choose>
                </dgm:else>
              </dgm:choose>
            </dgm:else>
          </dgm:choose>
          <dgm:presOf axis="des" ptType="node"/>
        </dgm:layoutNode>
      </dgm:forEach>
    </dgm:forEach>
    <dgm:forEach name="Name29" axis="ch" ptType="node" st="7" cnt="1">
      <dgm:layoutNode name="ChildAccent7">
        <dgm:alg type="sp"/>
        <dgm:shape xmlns:r="http://schemas.openxmlformats.org/officeDocument/2006/relationships" r:blip="">
          <dgm:adjLst/>
        </dgm:shape>
        <dgm:presOf/>
        <dgm:constrLst/>
        <dgm:forEach name="Name30" ref="accentRepeat"/>
      </dgm:layoutNode>
      <dgm:layoutNode name="Child7" styleLbl="revTx">
        <dgm:varLst>
          <dgm:chMax val="0"/>
          <dgm:chPref val="0"/>
          <dgm:bulletEnabled val="1"/>
        </dgm:varLst>
        <dgm:choose name="Name31">
          <dgm:if name="Name32" func="var" arg="dir" op="equ" val="norm">
            <dgm:alg type="tx">
              <dgm:param type="parTxLTRAlign" val="r"/>
              <dgm:param type="shpTxLTRAlignCh" val="r"/>
              <dgm:param type="txAnchorVert" val="t"/>
            </dgm:alg>
          </dgm:if>
          <dgm:else name="Name33">
            <dgm:alg type="tx">
              <dgm:param type="parTxLTRAlign" val="l"/>
              <dgm:param type="shpTxLTRAlignCh" val="l"/>
              <dgm:param type="txAnchorVert" val="t"/>
            </dgm:alg>
          </dgm:else>
        </dgm:choose>
        <dgm:shape xmlns:r="http://schemas.openxmlformats.org/officeDocument/2006/relationships" type="rect" r:blip="" hideGeom="1">
          <dgm:adjLst/>
        </dgm:shape>
        <dgm:presOf axis="des" ptType="node"/>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layoutNode name="Parent7" styleLbl="node1">
        <dgm:varLst>
          <dgm:chMax val="2"/>
          <dgm:chPref val="1"/>
          <dgm:bulletEnabled val="1"/>
        </dgm:varLst>
        <dgm:alg type="tx">
          <dgm:param type="shpTxLTRAlignCh" val="ctr"/>
          <dgm:param type="txAnchorVertCh" val="mid"/>
        </dgm:alg>
        <dgm:shape xmlns:r="http://schemas.openxmlformats.org/officeDocument/2006/relationships" type="rect" r:blip="">
          <dgm:adjLst/>
        </dgm:shape>
        <dgm:presOf axis="self"/>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forEach>
    <dgm:forEach name="Name34" axis="ch" ptType="node" st="6" cnt="1">
      <dgm:layoutNode name="ChildAccent6">
        <dgm:alg type="sp"/>
        <dgm:shape xmlns:r="http://schemas.openxmlformats.org/officeDocument/2006/relationships" r:blip="">
          <dgm:adjLst/>
        </dgm:shape>
        <dgm:presOf/>
        <dgm:constrLst/>
        <dgm:forEach name="Name35" ref="accentRepeat"/>
      </dgm:layoutNode>
      <dgm:layoutNode name="Child6" styleLbl="revTx">
        <dgm:varLst>
          <dgm:chMax val="0"/>
          <dgm:chPref val="0"/>
          <dgm:bulletEnabled val="1"/>
        </dgm:varLst>
        <dgm:choose name="Name36">
          <dgm:if name="Name37" func="var" arg="dir" op="equ" val="norm">
            <dgm:alg type="tx">
              <dgm:param type="parTxLTRAlign" val="r"/>
              <dgm:param type="shpTxLTRAlignCh" val="r"/>
              <dgm:param type="txAnchorVert" val="t"/>
            </dgm:alg>
          </dgm:if>
          <dgm:else name="Name38">
            <dgm:alg type="tx">
              <dgm:param type="parTxLTRAlign" val="l"/>
              <dgm:param type="shpTxLTRAlignCh" val="l"/>
              <dgm:param type="txAnchorVert" val="t"/>
            </dgm:alg>
          </dgm:else>
        </dgm:choose>
        <dgm:shape xmlns:r="http://schemas.openxmlformats.org/officeDocument/2006/relationships" type="rect" r:blip="" hideGeom="1">
          <dgm:adjLst/>
        </dgm:shape>
        <dgm:presOf axis="des" ptType="node"/>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layoutNode name="Parent6" styleLbl="node1">
        <dgm:varLst>
          <dgm:chMax val="2"/>
          <dgm:chPref val="1"/>
          <dgm:bulletEnabled val="1"/>
        </dgm:varLst>
        <dgm:alg type="tx">
          <dgm:param type="shpTxLTRAlignCh" val="ctr"/>
          <dgm:param type="txAnchorVertCh" val="mid"/>
        </dgm:alg>
        <dgm:shape xmlns:r="http://schemas.openxmlformats.org/officeDocument/2006/relationships" type="rect" r:blip="">
          <dgm:adjLst/>
        </dgm:shape>
        <dgm:presOf axis="self"/>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forEach>
    <dgm:forEach name="Name39" axis="ch" ptType="node" st="5" cnt="1">
      <dgm:layoutNode name="ChildAccent5">
        <dgm:alg type="sp"/>
        <dgm:shape xmlns:r="http://schemas.openxmlformats.org/officeDocument/2006/relationships" r:blip="">
          <dgm:adjLst/>
        </dgm:shape>
        <dgm:presOf/>
        <dgm:constrLst/>
        <dgm:forEach name="Name40" ref="accentRepeat"/>
      </dgm:layoutNode>
      <dgm:layoutNode name="Child5" styleLbl="revTx">
        <dgm:varLst>
          <dgm:chMax val="0"/>
          <dgm:chPref val="0"/>
          <dgm:bulletEnabled val="1"/>
        </dgm:varLst>
        <dgm:choose name="Name41">
          <dgm:if name="Name42" func="var" arg="dir" op="equ" val="norm">
            <dgm:alg type="tx">
              <dgm:param type="parTxLTRAlign" val="r"/>
              <dgm:param type="shpTxLTRAlignCh" val="r"/>
              <dgm:param type="txAnchorVert" val="t"/>
            </dgm:alg>
          </dgm:if>
          <dgm:else name="Name43">
            <dgm:alg type="tx">
              <dgm:param type="parTxLTRAlign" val="l"/>
              <dgm:param type="shpTxLTRAlignCh" val="l"/>
              <dgm:param type="txAnchorVert" val="t"/>
            </dgm:alg>
          </dgm:else>
        </dgm:choose>
        <dgm:shape xmlns:r="http://schemas.openxmlformats.org/officeDocument/2006/relationships" type="rect" r:blip="" hideGeom="1">
          <dgm:adjLst/>
        </dgm:shape>
        <dgm:presOf axis="des" ptType="node"/>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layoutNode name="Parent5" styleLbl="node1">
        <dgm:varLst>
          <dgm:chMax val="2"/>
          <dgm:chPref val="1"/>
          <dgm:bulletEnabled val="1"/>
        </dgm:varLst>
        <dgm:alg type="tx">
          <dgm:param type="shpTxLTRAlignCh" val="ctr"/>
          <dgm:param type="txAnchorVertCh" val="mid"/>
        </dgm:alg>
        <dgm:shape xmlns:r="http://schemas.openxmlformats.org/officeDocument/2006/relationships" type="rect" r:blip="">
          <dgm:adjLst/>
        </dgm:shape>
        <dgm:presOf axis="self"/>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forEach>
    <dgm:forEach name="Name44" axis="ch" ptType="node" st="4" cnt="1">
      <dgm:layoutNode name="ChildAccent4">
        <dgm:alg type="sp"/>
        <dgm:shape xmlns:r="http://schemas.openxmlformats.org/officeDocument/2006/relationships" r:blip="">
          <dgm:adjLst/>
        </dgm:shape>
        <dgm:presOf/>
        <dgm:constrLst/>
        <dgm:forEach name="Name45" ref="accentRepeat"/>
      </dgm:layoutNode>
      <dgm:layoutNode name="Child4" styleLbl="revTx">
        <dgm:varLst>
          <dgm:chMax val="0"/>
          <dgm:chPref val="0"/>
          <dgm:bulletEnabled val="1"/>
        </dgm:varLst>
        <dgm:choose name="Name46">
          <dgm:if name="Name47" func="var" arg="dir" op="equ" val="norm">
            <dgm:alg type="tx">
              <dgm:param type="parTxLTRAlign" val="r"/>
              <dgm:param type="shpTxLTRAlignCh" val="r"/>
              <dgm:param type="txAnchorVert" val="t"/>
            </dgm:alg>
          </dgm:if>
          <dgm:else name="Name48">
            <dgm:alg type="tx">
              <dgm:param type="parTxLTRAlign" val="l"/>
              <dgm:param type="shpTxLTRAlignCh" val="l"/>
              <dgm:param type="txAnchorVert" val="t"/>
            </dgm:alg>
          </dgm:else>
        </dgm:choose>
        <dgm:shape xmlns:r="http://schemas.openxmlformats.org/officeDocument/2006/relationships" type="rect" r:blip="" hideGeom="1">
          <dgm:adjLst/>
        </dgm:shape>
        <dgm:presOf axis="des" ptType="node"/>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layoutNode name="Parent4" styleLbl="node1">
        <dgm:varLst>
          <dgm:chMax val="2"/>
          <dgm:chPref val="1"/>
          <dgm:bulletEnabled val="1"/>
        </dgm:varLst>
        <dgm:alg type="tx">
          <dgm:param type="shpTxLTRAlignCh" val="ctr"/>
          <dgm:param type="txAnchorVertCh" val="mid"/>
        </dgm:alg>
        <dgm:shape xmlns:r="http://schemas.openxmlformats.org/officeDocument/2006/relationships" type="rect" r:blip="">
          <dgm:adjLst/>
        </dgm:shape>
        <dgm:presOf axis="self"/>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forEach>
    <dgm:forEach name="Name49" axis="ch" ptType="node" st="3" cnt="1">
      <dgm:layoutNode name="ChildAccent3">
        <dgm:alg type="sp"/>
        <dgm:shape xmlns:r="http://schemas.openxmlformats.org/officeDocument/2006/relationships" r:blip="">
          <dgm:adjLst/>
        </dgm:shape>
        <dgm:presOf/>
        <dgm:constrLst/>
        <dgm:forEach name="Name50" ref="accentRepeat"/>
      </dgm:layoutNode>
      <dgm:layoutNode name="Child3" styleLbl="revTx">
        <dgm:varLst>
          <dgm:chMax val="0"/>
          <dgm:chPref val="0"/>
          <dgm:bulletEnabled val="1"/>
        </dgm:varLst>
        <dgm:choose name="Name51">
          <dgm:if name="Name52" func="var" arg="dir" op="equ" val="norm">
            <dgm:alg type="tx">
              <dgm:param type="parTxLTRAlign" val="r"/>
              <dgm:param type="shpTxLTRAlignCh" val="r"/>
              <dgm:param type="txAnchorVert" val="t"/>
            </dgm:alg>
          </dgm:if>
          <dgm:else name="Name53">
            <dgm:alg type="tx">
              <dgm:param type="parTxLTRAlign" val="l"/>
              <dgm:param type="shpTxLTRAlignCh" val="l"/>
              <dgm:param type="txAnchorVert" val="t"/>
            </dgm:alg>
          </dgm:else>
        </dgm:choose>
        <dgm:shape xmlns:r="http://schemas.openxmlformats.org/officeDocument/2006/relationships" type="rect" r:blip="" hideGeom="1">
          <dgm:adjLst/>
        </dgm:shape>
        <dgm:presOf axis="des" ptType="node"/>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layoutNode name="Parent3" styleLbl="node1">
        <dgm:varLst>
          <dgm:chMax val="2"/>
          <dgm:chPref val="1"/>
          <dgm:bulletEnabled val="1"/>
        </dgm:varLst>
        <dgm:alg type="tx">
          <dgm:param type="shpTxLTRAlignCh" val="ctr"/>
          <dgm:param type="txAnchorVertCh" val="mid"/>
        </dgm:alg>
        <dgm:shape xmlns:r="http://schemas.openxmlformats.org/officeDocument/2006/relationships" type="rect" r:blip="">
          <dgm:adjLst/>
        </dgm:shape>
        <dgm:presOf axis="self"/>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forEach>
    <dgm:forEach name="Name54" axis="ch" ptType="node" st="2" cnt="1">
      <dgm:layoutNode name="ChildAccent2">
        <dgm:alg type="sp"/>
        <dgm:shape xmlns:r="http://schemas.openxmlformats.org/officeDocument/2006/relationships" r:blip="">
          <dgm:adjLst/>
        </dgm:shape>
        <dgm:presOf/>
        <dgm:constrLst/>
        <dgm:forEach name="Name55" ref="accentRepeat"/>
      </dgm:layoutNode>
      <dgm:layoutNode name="Child2" styleLbl="revTx">
        <dgm:varLst>
          <dgm:chMax val="0"/>
          <dgm:chPref val="0"/>
          <dgm:bulletEnabled val="1"/>
        </dgm:varLst>
        <dgm:choose name="Name56">
          <dgm:if name="Name57" func="var" arg="dir" op="equ" val="norm">
            <dgm:alg type="tx">
              <dgm:param type="parTxLTRAlign" val="r"/>
              <dgm:param type="shpTxLTRAlignCh" val="r"/>
              <dgm:param type="txAnchorVert" val="t"/>
            </dgm:alg>
          </dgm:if>
          <dgm:else name="Name58">
            <dgm:alg type="tx">
              <dgm:param type="parTxLTRAlign" val="l"/>
              <dgm:param type="shpTxLTRAlignCh" val="l"/>
              <dgm:param type="txAnchorVert" val="t"/>
            </dgm:alg>
          </dgm:else>
        </dgm:choose>
        <dgm:shape xmlns:r="http://schemas.openxmlformats.org/officeDocument/2006/relationships" type="rect" r:blip="" hideGeom="1">
          <dgm:adjLst/>
        </dgm:shape>
        <dgm:presOf axis="des" ptType="node"/>
        <dgm:presOf axis="des" ptType="node"/>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layoutNode name="Parent2" styleLbl="node1">
        <dgm:varLst>
          <dgm:chMax val="2"/>
          <dgm:chPref val="1"/>
          <dgm:bulletEnabled val="1"/>
        </dgm:varLst>
        <dgm:alg type="tx">
          <dgm:param type="shpTxLTRAlignCh" val="ctr"/>
          <dgm:param type="txAnchorVertCh" val="mid"/>
        </dgm:alg>
        <dgm:shape xmlns:r="http://schemas.openxmlformats.org/officeDocument/2006/relationships" type="rect" r:blip="">
          <dgm:adjLst/>
        </dgm:shape>
        <dgm:presOf axis="self"/>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forEach>
    <dgm:forEach name="Name59" axis="ch" ptType="node" cnt="1">
      <dgm:layoutNode name="ChildAccent1">
        <dgm:alg type="sp"/>
        <dgm:shape xmlns:r="http://schemas.openxmlformats.org/officeDocument/2006/relationships" r:blip="">
          <dgm:adjLst/>
        </dgm:shape>
        <dgm:presOf/>
        <dgm:constrLst/>
        <dgm:forEach name="Name60" ref="accentRepeat"/>
      </dgm:layoutNode>
      <dgm:layoutNode name="Child1" styleLbl="revTx">
        <dgm:varLst>
          <dgm:chMax val="0"/>
          <dgm:chPref val="0"/>
          <dgm:bulletEnabled val="1"/>
        </dgm:varLst>
        <dgm:choose name="Name61">
          <dgm:if name="Name62" func="var" arg="dir" op="equ" val="norm">
            <dgm:alg type="tx">
              <dgm:param type="parTxLTRAlign" val="r"/>
              <dgm:param type="shpTxLTRAlignCh" val="r"/>
              <dgm:param type="txAnchorVert" val="t"/>
            </dgm:alg>
          </dgm:if>
          <dgm:else name="Name63">
            <dgm:alg type="tx">
              <dgm:param type="parTxLTRAlign" val="l"/>
              <dgm:param type="shpTxLTRAlignCh" val="l"/>
              <dgm:param type="txAnchorVert" val="t"/>
            </dgm:alg>
          </dgm:else>
        </dgm:choose>
        <dgm:shape xmlns:r="http://schemas.openxmlformats.org/officeDocument/2006/relationships" type="rect" r:blip="" hideGeom="1">
          <dgm:adjLst/>
        </dgm:shape>
        <dgm:presOf axis="des" ptType="node"/>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layoutNode name="Parent1" styleLbl="node1">
        <dgm:varLst>
          <dgm:chMax val="2"/>
          <dgm:chPref val="1"/>
          <dgm:bulletEnabled val="1"/>
        </dgm:varLst>
        <dgm:alg type="tx">
          <dgm:param type="shpTxLTRAlignCh" val="ctr"/>
          <dgm:param type="txAnchorVertCh" val="mid"/>
        </dgm:alg>
        <dgm:shape xmlns:r="http://schemas.openxmlformats.org/officeDocument/2006/relationships" type="rect" r:blip="">
          <dgm:adjLst/>
        </dgm:shape>
        <dgm:presOf axis="self"/>
        <dgm:constrLst>
          <dgm:constr type="lMarg" refType="primFontSz" fact="0.25"/>
          <dgm:constr type="rMarg" refType="primFontSz" fact="0.25"/>
          <dgm:constr type="tMarg" refType="primFontSz" fact="0.25"/>
          <dgm:constr type="bMarg" refType="primFontSz" fact="0.2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B7AE64-9DFC-4A11-BF9A-DE51B6D44399}" type="datetimeFigureOut">
              <a:rPr lang="en-ZA" smtClean="0"/>
              <a:t>2025/10/21</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7F1A54-8157-4CCB-8FEE-E8BDDA18AA75}" type="slidenum">
              <a:rPr lang="en-ZA" smtClean="0"/>
              <a:t>‹#›</a:t>
            </a:fld>
            <a:endParaRPr lang="en-ZA"/>
          </a:p>
        </p:txBody>
      </p:sp>
    </p:spTree>
    <p:extLst>
      <p:ext uri="{BB962C8B-B14F-4D97-AF65-F5344CB8AC3E}">
        <p14:creationId xmlns:p14="http://schemas.microsoft.com/office/powerpoint/2010/main" val="1574736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
        <p:nvSpPr>
          <p:cNvPr id="4" name="Slide Number Placeholder 3"/>
          <p:cNvSpPr>
            <a:spLocks noGrp="1"/>
          </p:cNvSpPr>
          <p:nvPr>
            <p:ph type="sldNum" sz="quarter" idx="5"/>
          </p:nvPr>
        </p:nvSpPr>
        <p:spPr/>
        <p:txBody>
          <a:bodyPr/>
          <a:lstStyle/>
          <a:p>
            <a:fld id="{347F1A54-8157-4CCB-8FEE-E8BDDA18AA75}" type="slidenum">
              <a:rPr lang="en-ZA" smtClean="0"/>
              <a:t>11</a:t>
            </a:fld>
            <a:endParaRPr lang="en-ZA"/>
          </a:p>
        </p:txBody>
      </p:sp>
    </p:spTree>
    <p:extLst>
      <p:ext uri="{BB962C8B-B14F-4D97-AF65-F5344CB8AC3E}">
        <p14:creationId xmlns:p14="http://schemas.microsoft.com/office/powerpoint/2010/main" val="27169816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5FCBEF"/>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5FCBEF"/>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5FCBEF">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5FCBEF">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17B0E4">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17B0E4">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2E83C3">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236292">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17B0E4">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5FCBEF">
                <a:alpha val="48627"/>
              </a:srgbClr>
            </a:solidFill>
          </p:spPr>
        </p:sp>
      </p:grpSp>
      <p:grpSp>
        <p:nvGrpSpPr>
          <p:cNvPr id="20" name="Group 20"/>
          <p:cNvGrpSpPr/>
          <p:nvPr/>
        </p:nvGrpSpPr>
        <p:grpSpPr>
          <a:xfrm>
            <a:off x="0" y="0"/>
            <a:ext cx="18288000" cy="10287000"/>
            <a:chOff x="0" y="0"/>
            <a:chExt cx="24384000" cy="13716000"/>
          </a:xfrm>
        </p:grpSpPr>
        <p:sp>
          <p:nvSpPr>
            <p:cNvPr id="21" name="Freeform 21"/>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2"/>
              <a:stretch>
                <a:fillRect t="-8828" b="-8828"/>
              </a:stretch>
            </a:blipFill>
          </p:spPr>
        </p:sp>
      </p:grpSp>
      <p:sp>
        <p:nvSpPr>
          <p:cNvPr id="22" name="TextBox 22"/>
          <p:cNvSpPr txBox="1"/>
          <p:nvPr/>
        </p:nvSpPr>
        <p:spPr>
          <a:xfrm>
            <a:off x="0" y="2353829"/>
            <a:ext cx="12781566" cy="3298507"/>
          </a:xfrm>
          <a:prstGeom prst="rect">
            <a:avLst/>
          </a:prstGeom>
        </p:spPr>
        <p:txBody>
          <a:bodyPr lIns="0" tIns="0" rIns="0" bIns="0" rtlCol="0" anchor="t">
            <a:spAutoFit/>
          </a:bodyPr>
          <a:lstStyle/>
          <a:p>
            <a:pPr algn="l">
              <a:lnSpc>
                <a:spcPts val="12869"/>
              </a:lnSpc>
            </a:pPr>
            <a:r>
              <a:rPr lang="en-US" sz="9899" b="1" dirty="0">
                <a:solidFill>
                  <a:srgbClr val="CDB98D"/>
                </a:solidFill>
                <a:latin typeface="Public Sans Bold"/>
                <a:ea typeface="Public Sans Bold"/>
                <a:cs typeface="Public Sans Bold"/>
                <a:sym typeface="Public Sans Bold"/>
              </a:rPr>
              <a:t>AI-Powered Salary Prediction</a:t>
            </a:r>
          </a:p>
        </p:txBody>
      </p:sp>
      <p:sp>
        <p:nvSpPr>
          <p:cNvPr id="23" name="TextBox 23"/>
          <p:cNvSpPr txBox="1"/>
          <p:nvPr/>
        </p:nvSpPr>
        <p:spPr>
          <a:xfrm>
            <a:off x="397586" y="1941238"/>
            <a:ext cx="9690055" cy="507841"/>
          </a:xfrm>
          <a:prstGeom prst="rect">
            <a:avLst/>
          </a:prstGeom>
        </p:spPr>
        <p:txBody>
          <a:bodyPr lIns="0" tIns="0" rIns="0" bIns="0" rtlCol="0" anchor="t">
            <a:spAutoFit/>
          </a:bodyPr>
          <a:lstStyle/>
          <a:p>
            <a:pPr algn="l">
              <a:lnSpc>
                <a:spcPts val="3640"/>
              </a:lnSpc>
            </a:pPr>
            <a:r>
              <a:rPr lang="en-US" sz="2600" b="1">
                <a:solidFill>
                  <a:srgbClr val="1C0C06"/>
                </a:solidFill>
                <a:latin typeface="Public Sans Bold"/>
                <a:ea typeface="Public Sans Bold"/>
                <a:cs typeface="Public Sans Bold"/>
                <a:sym typeface="Public Sans Bold"/>
              </a:rPr>
              <a:t>TRUSTED PARTNER IN COMPENSATION  PREDICITION </a:t>
            </a:r>
          </a:p>
        </p:txBody>
      </p:sp>
      <p:sp>
        <p:nvSpPr>
          <p:cNvPr id="24" name="TextBox 24"/>
          <p:cNvSpPr txBox="1"/>
          <p:nvPr/>
        </p:nvSpPr>
        <p:spPr>
          <a:xfrm>
            <a:off x="3502011" y="8757535"/>
            <a:ext cx="10903152" cy="944380"/>
          </a:xfrm>
          <a:prstGeom prst="rect">
            <a:avLst/>
          </a:prstGeom>
        </p:spPr>
        <p:txBody>
          <a:bodyPr lIns="0" tIns="0" rIns="0" bIns="0" rtlCol="0" anchor="t">
            <a:spAutoFit/>
          </a:bodyPr>
          <a:lstStyle/>
          <a:p>
            <a:pPr algn="l">
              <a:lnSpc>
                <a:spcPts val="3597"/>
              </a:lnSpc>
            </a:pPr>
            <a:r>
              <a:rPr lang="en-US" sz="2569">
                <a:solidFill>
                  <a:srgbClr val="1C0C06"/>
                </a:solidFill>
                <a:latin typeface="Public Sans"/>
                <a:ea typeface="Public Sans"/>
                <a:cs typeface="Public Sans"/>
                <a:sym typeface="Public Sans"/>
              </a:rPr>
              <a:t>Enhancing fairness in salary prediction and budgeting through AI technology</a:t>
            </a:r>
          </a:p>
        </p:txBody>
      </p:sp>
      <p:grpSp>
        <p:nvGrpSpPr>
          <p:cNvPr id="25" name="Group 25"/>
          <p:cNvGrpSpPr/>
          <p:nvPr/>
        </p:nvGrpSpPr>
        <p:grpSpPr>
          <a:xfrm>
            <a:off x="397586" y="284001"/>
            <a:ext cx="5761174" cy="1088838"/>
            <a:chOff x="0" y="0"/>
            <a:chExt cx="7681565" cy="1451784"/>
          </a:xfrm>
        </p:grpSpPr>
        <p:sp>
          <p:nvSpPr>
            <p:cNvPr id="26" name="Freeform 26"/>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3"/>
              <a:stretch>
                <a:fillRect t="-2789" b="-2793"/>
              </a:stretch>
            </a:blipFill>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65B6D"/>
        </a:solidFill>
        <a:effectLst/>
      </p:bgPr>
    </p:bg>
    <p:spTree>
      <p:nvGrpSpPr>
        <p:cNvPr id="1" name=""/>
        <p:cNvGrpSpPr/>
        <p:nvPr/>
      </p:nvGrpSpPr>
      <p:grpSpPr>
        <a:xfrm>
          <a:off x="0" y="0"/>
          <a:ext cx="0" cy="0"/>
          <a:chOff x="0" y="0"/>
          <a:chExt cx="0" cy="0"/>
        </a:xfrm>
      </p:grpSpPr>
      <p:grpSp>
        <p:nvGrpSpPr>
          <p:cNvPr id="2" name="Group 2"/>
          <p:cNvGrpSpPr/>
          <p:nvPr/>
        </p:nvGrpSpPr>
        <p:grpSpPr>
          <a:xfrm>
            <a:off x="0" y="206375"/>
            <a:ext cx="5761174" cy="1088838"/>
            <a:chOff x="0" y="0"/>
            <a:chExt cx="7681565" cy="1451784"/>
          </a:xfrm>
        </p:grpSpPr>
        <p:sp>
          <p:nvSpPr>
            <p:cNvPr id="3" name="Freeform 3"/>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90" b="-2793"/>
              </a:stretch>
            </a:blipFill>
          </p:spPr>
        </p:sp>
      </p:grpSp>
      <p:sp>
        <p:nvSpPr>
          <p:cNvPr id="4" name="Freeform 4"/>
          <p:cNvSpPr/>
          <p:nvPr/>
        </p:nvSpPr>
        <p:spPr>
          <a:xfrm>
            <a:off x="11536454" y="1469575"/>
            <a:ext cx="6480450" cy="5750608"/>
          </a:xfrm>
          <a:custGeom>
            <a:avLst/>
            <a:gdLst/>
            <a:ahLst/>
            <a:cxnLst/>
            <a:rect l="l" t="t" r="r" b="b"/>
            <a:pathLst>
              <a:path w="6480450" h="5750608">
                <a:moveTo>
                  <a:pt x="0" y="0"/>
                </a:moveTo>
                <a:lnTo>
                  <a:pt x="6480450" y="0"/>
                </a:lnTo>
                <a:lnTo>
                  <a:pt x="6480450" y="5750608"/>
                </a:lnTo>
                <a:lnTo>
                  <a:pt x="0" y="5750608"/>
                </a:lnTo>
                <a:lnTo>
                  <a:pt x="0" y="0"/>
                </a:lnTo>
                <a:close/>
              </a:path>
            </a:pathLst>
          </a:custGeom>
          <a:blipFill>
            <a:blip r:embed="rId3">
              <a:alphaModFix amt="85000"/>
            </a:blip>
            <a:stretch>
              <a:fillRect l="-33106"/>
            </a:stretch>
          </a:blipFill>
          <a:ln w="104775" cap="rnd">
            <a:solidFill>
              <a:srgbClr val="41C1BA">
                <a:alpha val="84706"/>
              </a:srgbClr>
            </a:solidFill>
            <a:prstDash val="solid"/>
            <a:round/>
          </a:ln>
        </p:spPr>
      </p:sp>
      <p:sp>
        <p:nvSpPr>
          <p:cNvPr id="5" name="TextBox 5"/>
          <p:cNvSpPr txBox="1"/>
          <p:nvPr/>
        </p:nvSpPr>
        <p:spPr>
          <a:xfrm>
            <a:off x="6560776" y="101600"/>
            <a:ext cx="10410903" cy="1749425"/>
          </a:xfrm>
          <a:prstGeom prst="rect">
            <a:avLst/>
          </a:prstGeom>
        </p:spPr>
        <p:txBody>
          <a:bodyPr lIns="0" tIns="0" rIns="0" bIns="0" rtlCol="0" anchor="t">
            <a:spAutoFit/>
          </a:bodyPr>
          <a:lstStyle/>
          <a:p>
            <a:pPr algn="l">
              <a:lnSpc>
                <a:spcPts val="7000"/>
              </a:lnSpc>
            </a:pPr>
            <a:r>
              <a:rPr lang="en-US" sz="5000" b="1" u="sng">
                <a:solidFill>
                  <a:srgbClr val="F2F1EC"/>
                </a:solidFill>
                <a:latin typeface="Public Sans Bold"/>
                <a:ea typeface="Public Sans Bold"/>
                <a:cs typeface="Public Sans Bold"/>
                <a:sym typeface="Public Sans Bold"/>
              </a:rPr>
              <a:t>Accenture's Business  Background</a:t>
            </a:r>
          </a:p>
        </p:txBody>
      </p:sp>
      <p:sp>
        <p:nvSpPr>
          <p:cNvPr id="6" name="TextBox 6"/>
          <p:cNvSpPr txBox="1"/>
          <p:nvPr/>
        </p:nvSpPr>
        <p:spPr>
          <a:xfrm>
            <a:off x="82901" y="3110918"/>
            <a:ext cx="7793087" cy="497840"/>
          </a:xfrm>
          <a:prstGeom prst="rect">
            <a:avLst/>
          </a:prstGeom>
        </p:spPr>
        <p:txBody>
          <a:bodyPr lIns="0" tIns="0" rIns="0" bIns="0" rtlCol="0" anchor="t">
            <a:spAutoFit/>
          </a:bodyPr>
          <a:lstStyle/>
          <a:p>
            <a:pPr marL="626109" lvl="1" indent="-313054" algn="ctr">
              <a:lnSpc>
                <a:spcPts val="4059"/>
              </a:lnSpc>
              <a:spcBef>
                <a:spcPct val="0"/>
              </a:spcBef>
              <a:buFont typeface="Arial"/>
              <a:buChar char="•"/>
            </a:pPr>
            <a:r>
              <a:rPr lang="en-US" sz="2899">
                <a:solidFill>
                  <a:srgbClr val="F7F7F7"/>
                </a:solidFill>
                <a:latin typeface="Didact Gothic"/>
                <a:ea typeface="Didact Gothic"/>
                <a:cs typeface="Didact Gothic"/>
                <a:sym typeface="Didact Gothic"/>
              </a:rPr>
              <a:t>Accenture is a leading provider of IT services.</a:t>
            </a:r>
          </a:p>
        </p:txBody>
      </p:sp>
      <p:sp>
        <p:nvSpPr>
          <p:cNvPr id="7" name="TextBox 7"/>
          <p:cNvSpPr txBox="1"/>
          <p:nvPr/>
        </p:nvSpPr>
        <p:spPr>
          <a:xfrm>
            <a:off x="82901" y="3989758"/>
            <a:ext cx="8283852" cy="489606"/>
          </a:xfrm>
          <a:prstGeom prst="rect">
            <a:avLst/>
          </a:prstGeom>
        </p:spPr>
        <p:txBody>
          <a:bodyPr lIns="0" tIns="0" rIns="0" bIns="0" rtlCol="0" anchor="t">
            <a:spAutoFit/>
          </a:bodyPr>
          <a:lstStyle/>
          <a:p>
            <a:pPr marL="615135" lvl="1" indent="-307568" algn="ctr">
              <a:lnSpc>
                <a:spcPts val="3988"/>
              </a:lnSpc>
              <a:buFont typeface="Arial"/>
              <a:buChar char="•"/>
            </a:pPr>
            <a:r>
              <a:rPr lang="en-US" sz="2849">
                <a:solidFill>
                  <a:srgbClr val="F7F7F7"/>
                </a:solidFill>
                <a:latin typeface="Didact Gothic"/>
                <a:ea typeface="Didact Gothic"/>
                <a:cs typeface="Didact Gothic"/>
                <a:sym typeface="Didact Gothic"/>
              </a:rPr>
              <a:t>Founded in 1989, its headquarters are in Dublin.</a:t>
            </a:r>
          </a:p>
        </p:txBody>
      </p:sp>
      <p:sp>
        <p:nvSpPr>
          <p:cNvPr id="8" name="TextBox 8"/>
          <p:cNvSpPr txBox="1"/>
          <p:nvPr/>
        </p:nvSpPr>
        <p:spPr>
          <a:xfrm>
            <a:off x="82901" y="4861687"/>
            <a:ext cx="8588425" cy="481330"/>
          </a:xfrm>
          <a:prstGeom prst="rect">
            <a:avLst/>
          </a:prstGeom>
        </p:spPr>
        <p:txBody>
          <a:bodyPr lIns="0" tIns="0" rIns="0" bIns="0" rtlCol="0" anchor="t">
            <a:spAutoFit/>
          </a:bodyPr>
          <a:lstStyle/>
          <a:p>
            <a:pPr marL="604519" lvl="1" indent="-302260" algn="ctr">
              <a:lnSpc>
                <a:spcPts val="3919"/>
              </a:lnSpc>
              <a:spcBef>
                <a:spcPct val="0"/>
              </a:spcBef>
              <a:buFont typeface="Arial"/>
              <a:buChar char="•"/>
            </a:pPr>
            <a:r>
              <a:rPr lang="en-US" sz="2799">
                <a:solidFill>
                  <a:srgbClr val="F7F7F7"/>
                </a:solidFill>
                <a:latin typeface="Didact Gothic"/>
                <a:ea typeface="Didact Gothic"/>
                <a:cs typeface="Didact Gothic"/>
                <a:sym typeface="Didact Gothic"/>
              </a:rPr>
              <a:t>It operates in more than 200 cities and 120 countries </a:t>
            </a:r>
          </a:p>
        </p:txBody>
      </p:sp>
      <p:sp>
        <p:nvSpPr>
          <p:cNvPr id="9" name="TextBox 9"/>
          <p:cNvSpPr txBox="1"/>
          <p:nvPr/>
        </p:nvSpPr>
        <p:spPr>
          <a:xfrm>
            <a:off x="82901" y="5800323"/>
            <a:ext cx="8158907" cy="481330"/>
          </a:xfrm>
          <a:prstGeom prst="rect">
            <a:avLst/>
          </a:prstGeom>
        </p:spPr>
        <p:txBody>
          <a:bodyPr lIns="0" tIns="0" rIns="0" bIns="0" rtlCol="0" anchor="t">
            <a:spAutoFit/>
          </a:bodyPr>
          <a:lstStyle/>
          <a:p>
            <a:pPr marL="604519" lvl="1" indent="-302260" algn="ctr">
              <a:lnSpc>
                <a:spcPts val="3919"/>
              </a:lnSpc>
              <a:spcBef>
                <a:spcPct val="0"/>
              </a:spcBef>
              <a:buFont typeface="Arial"/>
              <a:buChar char="•"/>
            </a:pPr>
            <a:r>
              <a:rPr lang="en-US" sz="2799">
                <a:solidFill>
                  <a:srgbClr val="F7F7F7"/>
                </a:solidFill>
                <a:latin typeface="Didact Gothic"/>
                <a:ea typeface="Didact Gothic"/>
                <a:cs typeface="Didact Gothic"/>
                <a:sym typeface="Didact Gothic"/>
              </a:rPr>
              <a:t>The company provides services in various sectors </a:t>
            </a:r>
          </a:p>
        </p:txBody>
      </p:sp>
      <p:sp>
        <p:nvSpPr>
          <p:cNvPr id="10" name="TextBox 10"/>
          <p:cNvSpPr txBox="1"/>
          <p:nvPr/>
        </p:nvSpPr>
        <p:spPr>
          <a:xfrm>
            <a:off x="82901" y="6738853"/>
            <a:ext cx="8137922" cy="481330"/>
          </a:xfrm>
          <a:prstGeom prst="rect">
            <a:avLst/>
          </a:prstGeom>
        </p:spPr>
        <p:txBody>
          <a:bodyPr lIns="0" tIns="0" rIns="0" bIns="0" rtlCol="0" anchor="t">
            <a:spAutoFit/>
          </a:bodyPr>
          <a:lstStyle/>
          <a:p>
            <a:pPr marL="604519" lvl="1" indent="-302260" algn="ctr">
              <a:lnSpc>
                <a:spcPts val="3919"/>
              </a:lnSpc>
              <a:buFont typeface="Arial"/>
              <a:buChar char="•"/>
            </a:pPr>
            <a:r>
              <a:rPr lang="en-US" sz="2799">
                <a:solidFill>
                  <a:srgbClr val="F7F7F7"/>
                </a:solidFill>
                <a:latin typeface="Didact Gothic"/>
                <a:ea typeface="Didact Gothic"/>
                <a:cs typeface="Didact Gothic"/>
                <a:sym typeface="Didact Gothic"/>
              </a:rPr>
              <a:t> Accenture is currently facing financial challenges </a:t>
            </a:r>
          </a:p>
        </p:txBody>
      </p:sp>
      <p:sp>
        <p:nvSpPr>
          <p:cNvPr id="11" name="TextBox 11"/>
          <p:cNvSpPr txBox="1"/>
          <p:nvPr/>
        </p:nvSpPr>
        <p:spPr>
          <a:xfrm>
            <a:off x="82901" y="7674843"/>
            <a:ext cx="15065557" cy="481330"/>
          </a:xfrm>
          <a:prstGeom prst="rect">
            <a:avLst/>
          </a:prstGeom>
        </p:spPr>
        <p:txBody>
          <a:bodyPr lIns="0" tIns="0" rIns="0" bIns="0" rtlCol="0" anchor="t">
            <a:spAutoFit/>
          </a:bodyPr>
          <a:lstStyle/>
          <a:p>
            <a:pPr marL="604519" lvl="1" indent="-302260" algn="ctr">
              <a:lnSpc>
                <a:spcPts val="3919"/>
              </a:lnSpc>
              <a:buFont typeface="Arial"/>
              <a:buChar char="•"/>
            </a:pPr>
            <a:r>
              <a:rPr lang="en-US" sz="2799">
                <a:solidFill>
                  <a:srgbClr val="F7F7F7"/>
                </a:solidFill>
                <a:latin typeface="Didact Gothic"/>
                <a:ea typeface="Didact Gothic"/>
                <a:cs typeface="Didact Gothic"/>
                <a:sym typeface="Didact Gothic"/>
              </a:rPr>
              <a:t>The report shows that some workers are undercompensated while others are overcompensated</a:t>
            </a:r>
          </a:p>
        </p:txBody>
      </p:sp>
      <p:sp>
        <p:nvSpPr>
          <p:cNvPr id="12" name="TextBox 12"/>
          <p:cNvSpPr txBox="1"/>
          <p:nvPr/>
        </p:nvSpPr>
        <p:spPr>
          <a:xfrm>
            <a:off x="82901" y="8668528"/>
            <a:ext cx="10737528" cy="498656"/>
          </a:xfrm>
          <a:prstGeom prst="rect">
            <a:avLst/>
          </a:prstGeom>
        </p:spPr>
        <p:txBody>
          <a:bodyPr lIns="0" tIns="0" rIns="0" bIns="0" rtlCol="0" anchor="t">
            <a:spAutoFit/>
          </a:bodyPr>
          <a:lstStyle/>
          <a:p>
            <a:pPr marL="619177" lvl="1" indent="-309588" algn="ctr">
              <a:lnSpc>
                <a:spcPts val="4015"/>
              </a:lnSpc>
              <a:buFont typeface="Arial"/>
              <a:buChar char="•"/>
            </a:pPr>
            <a:r>
              <a:rPr lang="en-US" sz="2867">
                <a:solidFill>
                  <a:srgbClr val="F7F7F7"/>
                </a:solidFill>
                <a:latin typeface="Didact Gothic"/>
                <a:ea typeface="Didact Gothic"/>
                <a:cs typeface="Didact Gothic"/>
                <a:sym typeface="Didact Gothic"/>
              </a:rPr>
              <a:t>This has affected project management and employee satisfaction</a:t>
            </a:r>
          </a:p>
        </p:txBody>
      </p:sp>
      <p:sp>
        <p:nvSpPr>
          <p:cNvPr id="13" name="TextBox 13"/>
          <p:cNvSpPr txBox="1"/>
          <p:nvPr/>
        </p:nvSpPr>
        <p:spPr>
          <a:xfrm>
            <a:off x="82901" y="9466252"/>
            <a:ext cx="9859886" cy="481330"/>
          </a:xfrm>
          <a:prstGeom prst="rect">
            <a:avLst/>
          </a:prstGeom>
        </p:spPr>
        <p:txBody>
          <a:bodyPr lIns="0" tIns="0" rIns="0" bIns="0" rtlCol="0" anchor="t">
            <a:spAutoFit/>
          </a:bodyPr>
          <a:lstStyle/>
          <a:p>
            <a:pPr marL="604519" lvl="1" indent="-302260" algn="l">
              <a:lnSpc>
                <a:spcPts val="3919"/>
              </a:lnSpc>
              <a:buFont typeface="Arial"/>
              <a:buChar char="•"/>
            </a:pPr>
            <a:r>
              <a:rPr lang="en-US" sz="2799">
                <a:solidFill>
                  <a:srgbClr val="F7F7F7"/>
                </a:solidFill>
                <a:latin typeface="Didact Gothic"/>
                <a:ea typeface="Didact Gothic"/>
                <a:cs typeface="Didact Gothic"/>
                <a:sym typeface="Didact Gothic"/>
              </a:rPr>
              <a:t>Accenture's main objective is to address this issue </a:t>
            </a:r>
          </a:p>
        </p:txBody>
      </p:sp>
      <p:sp>
        <p:nvSpPr>
          <p:cNvPr id="14" name="AutoShape 14"/>
          <p:cNvSpPr/>
          <p:nvPr/>
        </p:nvSpPr>
        <p:spPr>
          <a:xfrm flipV="1">
            <a:off x="13613939" y="7629240"/>
            <a:ext cx="4674061" cy="2555007"/>
          </a:xfrm>
          <a:prstGeom prst="line">
            <a:avLst/>
          </a:prstGeom>
          <a:ln w="38100" cap="flat">
            <a:solidFill>
              <a:srgbClr val="289DD2"/>
            </a:solidFill>
            <a:prstDash val="solid"/>
            <a:headEnd type="none" w="sm" len="sm"/>
            <a:tailEnd type="none" w="sm" len="sm"/>
          </a:ln>
        </p:spPr>
      </p:sp>
      <p:sp>
        <p:nvSpPr>
          <p:cNvPr id="15" name="AutoShape 15"/>
          <p:cNvSpPr/>
          <p:nvPr/>
        </p:nvSpPr>
        <p:spPr>
          <a:xfrm flipV="1">
            <a:off x="13766339" y="7884392"/>
            <a:ext cx="4521661" cy="2402608"/>
          </a:xfrm>
          <a:prstGeom prst="line">
            <a:avLst/>
          </a:prstGeom>
          <a:ln w="38100" cap="flat">
            <a:solidFill>
              <a:srgbClr val="F7F7F7"/>
            </a:solidFill>
            <a:prstDash val="solid"/>
            <a:headEnd type="none" w="sm" len="sm"/>
            <a:tailEnd type="none" w="sm" len="sm"/>
          </a:ln>
        </p:spPr>
      </p:sp>
      <p:sp>
        <p:nvSpPr>
          <p:cNvPr id="16" name="AutoShape 16"/>
          <p:cNvSpPr/>
          <p:nvPr/>
        </p:nvSpPr>
        <p:spPr>
          <a:xfrm flipV="1">
            <a:off x="14223539" y="8189192"/>
            <a:ext cx="4064462" cy="2097808"/>
          </a:xfrm>
          <a:prstGeom prst="line">
            <a:avLst/>
          </a:prstGeom>
          <a:ln w="38100" cap="flat">
            <a:solidFill>
              <a:srgbClr val="41C1BA"/>
            </a:solidFill>
            <a:prstDash val="solid"/>
            <a:headEnd type="none" w="sm" len="sm"/>
            <a:tailEnd type="none" w="sm" len="sm"/>
          </a:ln>
        </p:spPr>
      </p:sp>
      <p:sp>
        <p:nvSpPr>
          <p:cNvPr id="17" name="AutoShape 17"/>
          <p:cNvSpPr/>
          <p:nvPr/>
        </p:nvSpPr>
        <p:spPr>
          <a:xfrm flipV="1">
            <a:off x="14833139" y="8460972"/>
            <a:ext cx="3454861" cy="1826026"/>
          </a:xfrm>
          <a:prstGeom prst="line">
            <a:avLst/>
          </a:prstGeom>
          <a:ln w="38100" cap="flat">
            <a:solidFill>
              <a:srgbClr val="F7F7F7"/>
            </a:solidFill>
            <a:prstDash val="solid"/>
            <a:headEnd type="none" w="sm" len="sm"/>
            <a:tailEnd type="none" w="sm" len="sm"/>
          </a:ln>
        </p:spPr>
      </p:sp>
      <p:sp>
        <p:nvSpPr>
          <p:cNvPr id="18" name="AutoShape 18"/>
          <p:cNvSpPr/>
          <p:nvPr/>
        </p:nvSpPr>
        <p:spPr>
          <a:xfrm flipV="1">
            <a:off x="15392400" y="8716124"/>
            <a:ext cx="2895600" cy="1570876"/>
          </a:xfrm>
          <a:prstGeom prst="line">
            <a:avLst/>
          </a:prstGeom>
          <a:ln w="38100" cap="flat">
            <a:solidFill>
              <a:srgbClr val="F7F7F7"/>
            </a:solidFill>
            <a:prstDash val="solid"/>
            <a:headEnd type="none" w="sm" len="sm"/>
            <a:tailEnd type="none" w="sm" len="sm"/>
          </a:ln>
        </p:spPr>
      </p:sp>
      <p:sp>
        <p:nvSpPr>
          <p:cNvPr id="19" name="AutoShape 19"/>
          <p:cNvSpPr/>
          <p:nvPr/>
        </p:nvSpPr>
        <p:spPr>
          <a:xfrm flipV="1">
            <a:off x="15849600" y="8951192"/>
            <a:ext cx="2514600" cy="1335806"/>
          </a:xfrm>
          <a:prstGeom prst="line">
            <a:avLst/>
          </a:prstGeom>
          <a:ln w="38100" cap="flat">
            <a:solidFill>
              <a:srgbClr val="289DD2"/>
            </a:solidFill>
            <a:prstDash val="solid"/>
            <a:headEnd type="none" w="sm" len="sm"/>
            <a:tailEnd type="none" w="sm" len="sm"/>
          </a:ln>
        </p:spPr>
      </p:sp>
      <p:sp>
        <p:nvSpPr>
          <p:cNvPr id="20" name="AutoShape 20"/>
          <p:cNvSpPr/>
          <p:nvPr/>
        </p:nvSpPr>
        <p:spPr>
          <a:xfrm flipV="1">
            <a:off x="16154401" y="9255992"/>
            <a:ext cx="2133600" cy="1064025"/>
          </a:xfrm>
          <a:prstGeom prst="line">
            <a:avLst/>
          </a:prstGeom>
          <a:ln w="38100" cap="flat">
            <a:solidFill>
              <a:srgbClr val="F7F7F7"/>
            </a:solidFill>
            <a:prstDash val="solid"/>
            <a:headEnd type="none" w="sm" len="sm"/>
            <a:tailEnd type="none" w="sm" len="sm"/>
          </a:ln>
        </p:spPr>
      </p:sp>
      <p:sp>
        <p:nvSpPr>
          <p:cNvPr id="21" name="AutoShape 21"/>
          <p:cNvSpPr/>
          <p:nvPr/>
        </p:nvSpPr>
        <p:spPr>
          <a:xfrm flipV="1">
            <a:off x="16611600" y="9466252"/>
            <a:ext cx="1676400" cy="853760"/>
          </a:xfrm>
          <a:prstGeom prst="line">
            <a:avLst/>
          </a:prstGeom>
          <a:ln w="38100" cap="flat">
            <a:solidFill>
              <a:srgbClr val="41C1BA"/>
            </a:solidFill>
            <a:prstDash val="solid"/>
            <a:headEnd type="none" w="sm" len="sm"/>
            <a:tailEnd type="none" w="sm" len="sm"/>
          </a:ln>
        </p:spPr>
      </p:sp>
      <p:sp>
        <p:nvSpPr>
          <p:cNvPr id="22" name="AutoShape 22"/>
          <p:cNvSpPr/>
          <p:nvPr/>
        </p:nvSpPr>
        <p:spPr>
          <a:xfrm flipV="1">
            <a:off x="17145000" y="9639299"/>
            <a:ext cx="1219200" cy="680715"/>
          </a:xfrm>
          <a:prstGeom prst="line">
            <a:avLst/>
          </a:prstGeom>
          <a:ln w="38100" cap="flat">
            <a:solidFill>
              <a:srgbClr val="F7F7F7"/>
            </a:solidFill>
            <a:prstDash val="solid"/>
            <a:headEnd type="none" w="sm" len="sm"/>
            <a:tailEnd type="none" w="sm" len="sm"/>
          </a:ln>
        </p:spPr>
      </p:sp>
      <p:sp>
        <p:nvSpPr>
          <p:cNvPr id="23" name="AutoShape 23"/>
          <p:cNvSpPr/>
          <p:nvPr/>
        </p:nvSpPr>
        <p:spPr>
          <a:xfrm flipV="1">
            <a:off x="17678400" y="9947581"/>
            <a:ext cx="609600" cy="372435"/>
          </a:xfrm>
          <a:prstGeom prst="line">
            <a:avLst/>
          </a:prstGeom>
          <a:ln w="38100" cap="flat">
            <a:solidFill>
              <a:srgbClr val="41C1BA"/>
            </a:solidFill>
            <a:prstDash val="solid"/>
            <a:headEnd type="none" w="sm" len="sm"/>
            <a:tailEnd type="none" w="sm" len="sm"/>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365B6D"/>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289DD2"/>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289DD2"/>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289DD2">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289DD2">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41C1BA">
                <a:alpha val="43529"/>
              </a:srgbClr>
            </a:solidFill>
          </p:spPr>
        </p:sp>
      </p:grpSp>
      <p:grpSp>
        <p:nvGrpSpPr>
          <p:cNvPr id="10" name="Group 10"/>
          <p:cNvGrpSpPr/>
          <p:nvPr/>
        </p:nvGrpSpPr>
        <p:grpSpPr>
          <a:xfrm>
            <a:off x="10948593" y="2589"/>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41C1BA">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365B6D">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F7F7F7">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41C1BA">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289DD2">
                <a:alpha val="48627"/>
              </a:srgbClr>
            </a:solidFill>
          </p:spPr>
        </p:sp>
      </p:grpSp>
      <p:grpSp>
        <p:nvGrpSpPr>
          <p:cNvPr id="20" name="Group 20"/>
          <p:cNvGrpSpPr/>
          <p:nvPr/>
        </p:nvGrpSpPr>
        <p:grpSpPr>
          <a:xfrm>
            <a:off x="201287" y="2589"/>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sp>
        <p:nvSpPr>
          <p:cNvPr id="23" name="TextBox 23"/>
          <p:cNvSpPr txBox="1"/>
          <p:nvPr/>
        </p:nvSpPr>
        <p:spPr>
          <a:xfrm>
            <a:off x="5602550" y="1081902"/>
            <a:ext cx="6571533" cy="1838325"/>
          </a:xfrm>
          <a:prstGeom prst="rect">
            <a:avLst/>
          </a:prstGeom>
        </p:spPr>
        <p:txBody>
          <a:bodyPr lIns="0" tIns="0" rIns="0" bIns="0" rtlCol="0" anchor="t">
            <a:spAutoFit/>
          </a:bodyPr>
          <a:lstStyle/>
          <a:p>
            <a:pPr algn="l">
              <a:lnSpc>
                <a:spcPts val="7200"/>
              </a:lnSpc>
            </a:pPr>
            <a:r>
              <a:rPr lang="en-US" sz="6000" u="sng" spc="-150">
                <a:solidFill>
                  <a:srgbClr val="F7F7F7"/>
                </a:solidFill>
                <a:latin typeface="Cardo"/>
                <a:ea typeface="Cardo"/>
                <a:cs typeface="Cardo"/>
                <a:sym typeface="Cardo"/>
              </a:rPr>
              <a:t> Accenture’s</a:t>
            </a:r>
          </a:p>
          <a:p>
            <a:pPr algn="l">
              <a:lnSpc>
                <a:spcPts val="7200"/>
              </a:lnSpc>
            </a:pPr>
            <a:r>
              <a:rPr lang="en-US" sz="6000" u="sng" spc="-150">
                <a:solidFill>
                  <a:srgbClr val="F7F7F7"/>
                </a:solidFill>
                <a:latin typeface="Cardo"/>
                <a:ea typeface="Cardo"/>
                <a:cs typeface="Cardo"/>
                <a:sym typeface="Cardo"/>
              </a:rPr>
              <a:t> Problem Statement</a:t>
            </a:r>
          </a:p>
        </p:txBody>
      </p:sp>
      <p:sp>
        <p:nvSpPr>
          <p:cNvPr id="24" name="TextBox 24"/>
          <p:cNvSpPr txBox="1"/>
          <p:nvPr/>
        </p:nvSpPr>
        <p:spPr>
          <a:xfrm>
            <a:off x="-1611" y="4655820"/>
            <a:ext cx="9363122" cy="481330"/>
          </a:xfrm>
          <a:prstGeom prst="rect">
            <a:avLst/>
          </a:prstGeom>
        </p:spPr>
        <p:txBody>
          <a:bodyPr lIns="0" tIns="0" rIns="0" bIns="0" rtlCol="0" anchor="t">
            <a:spAutoFit/>
          </a:bodyPr>
          <a:lstStyle/>
          <a:p>
            <a:pPr marL="604519" lvl="1" indent="-302260" algn="ctr">
              <a:lnSpc>
                <a:spcPts val="3919"/>
              </a:lnSpc>
              <a:buFont typeface="Arial"/>
              <a:buChar char="•"/>
            </a:pPr>
            <a:r>
              <a:rPr lang="en-US" sz="2799" spc="111">
                <a:solidFill>
                  <a:srgbClr val="F7F7F7"/>
                </a:solidFill>
                <a:latin typeface="Didact Gothic"/>
                <a:ea typeface="Didact Gothic"/>
                <a:cs typeface="Didact Gothic"/>
                <a:sym typeface="Didact Gothic"/>
              </a:rPr>
              <a:t>Setting fair salaries is crucial for stability and morale</a:t>
            </a:r>
          </a:p>
        </p:txBody>
      </p:sp>
      <p:sp>
        <p:nvSpPr>
          <p:cNvPr id="25" name="TextBox 25"/>
          <p:cNvSpPr txBox="1"/>
          <p:nvPr/>
        </p:nvSpPr>
        <p:spPr>
          <a:xfrm>
            <a:off x="-31565" y="5371886"/>
            <a:ext cx="11130757" cy="462178"/>
          </a:xfrm>
          <a:prstGeom prst="rect">
            <a:avLst/>
          </a:prstGeom>
        </p:spPr>
        <p:txBody>
          <a:bodyPr lIns="0" tIns="0" rIns="0" bIns="0" rtlCol="0" anchor="t">
            <a:spAutoFit/>
          </a:bodyPr>
          <a:lstStyle/>
          <a:p>
            <a:pPr marL="604519" lvl="1" indent="-302260" algn="ctr">
              <a:lnSpc>
                <a:spcPts val="3919"/>
              </a:lnSpc>
              <a:buFont typeface="Arial"/>
              <a:buChar char="•"/>
            </a:pPr>
            <a:r>
              <a:rPr lang="en-US" sz="2799" spc="111" dirty="0">
                <a:solidFill>
                  <a:srgbClr val="F7F7F7"/>
                </a:solidFill>
                <a:latin typeface="Didact Gothic"/>
                <a:ea typeface="Didact Gothic"/>
                <a:cs typeface="Didact Gothic"/>
                <a:sym typeface="Didact Gothic"/>
              </a:rPr>
              <a:t>Current methods rely on outdated systems and human judgment</a:t>
            </a:r>
          </a:p>
        </p:txBody>
      </p:sp>
      <p:sp>
        <p:nvSpPr>
          <p:cNvPr id="26" name="TextBox 26"/>
          <p:cNvSpPr txBox="1"/>
          <p:nvPr/>
        </p:nvSpPr>
        <p:spPr>
          <a:xfrm>
            <a:off x="12266" y="6228142"/>
            <a:ext cx="6843881" cy="481330"/>
          </a:xfrm>
          <a:prstGeom prst="rect">
            <a:avLst/>
          </a:prstGeom>
        </p:spPr>
        <p:txBody>
          <a:bodyPr lIns="0" tIns="0" rIns="0" bIns="0" rtlCol="0" anchor="t">
            <a:spAutoFit/>
          </a:bodyPr>
          <a:lstStyle/>
          <a:p>
            <a:pPr marL="604519" lvl="1" indent="-302260" algn="l">
              <a:lnSpc>
                <a:spcPts val="3919"/>
              </a:lnSpc>
              <a:buFont typeface="Arial"/>
              <a:buChar char="•"/>
            </a:pPr>
            <a:r>
              <a:rPr lang="en-US" sz="2799" spc="111" dirty="0">
                <a:solidFill>
                  <a:srgbClr val="F7F7F7"/>
                </a:solidFill>
                <a:latin typeface="Didact Gothic"/>
                <a:ea typeface="Didact Gothic"/>
                <a:cs typeface="Didact Gothic"/>
                <a:sym typeface="Didact Gothic"/>
              </a:rPr>
              <a:t>Leads to unfairness and inefficiency</a:t>
            </a:r>
          </a:p>
        </p:txBody>
      </p:sp>
      <p:sp>
        <p:nvSpPr>
          <p:cNvPr id="27" name="TextBox 27"/>
          <p:cNvSpPr txBox="1"/>
          <p:nvPr/>
        </p:nvSpPr>
        <p:spPr>
          <a:xfrm>
            <a:off x="32169" y="7101231"/>
            <a:ext cx="6051500" cy="481330"/>
          </a:xfrm>
          <a:prstGeom prst="rect">
            <a:avLst/>
          </a:prstGeom>
        </p:spPr>
        <p:txBody>
          <a:bodyPr lIns="0" tIns="0" rIns="0" bIns="0" rtlCol="0" anchor="t">
            <a:spAutoFit/>
          </a:bodyPr>
          <a:lstStyle/>
          <a:p>
            <a:pPr marL="604519" lvl="1" indent="-302260" algn="ctr">
              <a:lnSpc>
                <a:spcPts val="3919"/>
              </a:lnSpc>
              <a:buFont typeface="Arial"/>
              <a:buChar char="•"/>
            </a:pPr>
            <a:r>
              <a:rPr lang="en-US" sz="2799" spc="111" dirty="0">
                <a:solidFill>
                  <a:srgbClr val="F7F7F7"/>
                </a:solidFill>
                <a:latin typeface="Didact Gothic"/>
                <a:ea typeface="Didact Gothic"/>
                <a:cs typeface="Didact Gothic"/>
                <a:sym typeface="Didact Gothic"/>
              </a:rPr>
              <a:t>Budget planning struggles by HR</a:t>
            </a:r>
          </a:p>
        </p:txBody>
      </p:sp>
      <p:sp>
        <p:nvSpPr>
          <p:cNvPr id="28" name="TextBox 28"/>
          <p:cNvSpPr txBox="1"/>
          <p:nvPr/>
        </p:nvSpPr>
        <p:spPr>
          <a:xfrm>
            <a:off x="12266" y="7966650"/>
            <a:ext cx="7540526" cy="481330"/>
          </a:xfrm>
          <a:prstGeom prst="rect">
            <a:avLst/>
          </a:prstGeom>
        </p:spPr>
        <p:txBody>
          <a:bodyPr lIns="0" tIns="0" rIns="0" bIns="0" rtlCol="0" anchor="t">
            <a:spAutoFit/>
          </a:bodyPr>
          <a:lstStyle/>
          <a:p>
            <a:pPr marL="604519" lvl="1" indent="-302260" algn="ctr">
              <a:lnSpc>
                <a:spcPts val="3919"/>
              </a:lnSpc>
              <a:buFont typeface="Arial"/>
              <a:buChar char="•"/>
            </a:pPr>
            <a:r>
              <a:rPr lang="en-US" sz="2799" spc="111" dirty="0">
                <a:solidFill>
                  <a:srgbClr val="F7F7F7"/>
                </a:solidFill>
                <a:latin typeface="Didact Gothic"/>
                <a:ea typeface="Didact Gothic"/>
                <a:cs typeface="Didact Gothic"/>
                <a:sym typeface="Didact Gothic"/>
              </a:rPr>
              <a:t>Employees lack transparency and fairness</a:t>
            </a:r>
          </a:p>
        </p:txBody>
      </p:sp>
      <p:sp>
        <p:nvSpPr>
          <p:cNvPr id="29" name="TextBox 29"/>
          <p:cNvSpPr txBox="1"/>
          <p:nvPr/>
        </p:nvSpPr>
        <p:spPr>
          <a:xfrm>
            <a:off x="12528" y="8839739"/>
            <a:ext cx="4859380" cy="481330"/>
          </a:xfrm>
          <a:prstGeom prst="rect">
            <a:avLst/>
          </a:prstGeom>
        </p:spPr>
        <p:txBody>
          <a:bodyPr lIns="0" tIns="0" rIns="0" bIns="0" rtlCol="0" anchor="t">
            <a:spAutoFit/>
          </a:bodyPr>
          <a:lstStyle/>
          <a:p>
            <a:pPr marL="604519" lvl="1" indent="-302260" algn="ctr">
              <a:lnSpc>
                <a:spcPts val="3919"/>
              </a:lnSpc>
              <a:buFont typeface="Arial"/>
              <a:buChar char="•"/>
            </a:pPr>
            <a:r>
              <a:rPr lang="en-US" sz="2799" spc="111" dirty="0">
                <a:solidFill>
                  <a:srgbClr val="F7F7F7"/>
                </a:solidFill>
                <a:latin typeface="Didact Gothic"/>
                <a:ea typeface="Didact Gothic"/>
                <a:cs typeface="Didact Gothic"/>
                <a:sym typeface="Didact Gothic"/>
              </a:rPr>
              <a:t>Low trust from employees</a:t>
            </a:r>
          </a:p>
        </p:txBody>
      </p:sp>
      <p:pic>
        <p:nvPicPr>
          <p:cNvPr id="1026" name="Picture 2" descr="How to Write a Problem Statement: Hands-On Guide With Examples">
            <a:extLst>
              <a:ext uri="{FF2B5EF4-FFF2-40B4-BE49-F238E27FC236}">
                <a16:creationId xmlns:a16="http://schemas.microsoft.com/office/drawing/2014/main" id="{029B02F2-F5A6-4411-9FF5-BC671E7813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01413" y="5851337"/>
            <a:ext cx="6768670" cy="443307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65B6D"/>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6C9286"/>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6C9286"/>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6C9286">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6C9286">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1D4355">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1D4355">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365B6D">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6C9286">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1D4355">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6C9286">
                <a:alpha val="48627"/>
              </a:srgbClr>
            </a:solidFill>
          </p:spPr>
        </p:sp>
      </p:grpSp>
      <p:grpSp>
        <p:nvGrpSpPr>
          <p:cNvPr id="20" name="Group 20"/>
          <p:cNvGrpSpPr/>
          <p:nvPr/>
        </p:nvGrpSpPr>
        <p:grpSpPr>
          <a:xfrm>
            <a:off x="204739" y="291434"/>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grpSp>
        <p:nvGrpSpPr>
          <p:cNvPr id="22" name="Group 22"/>
          <p:cNvGrpSpPr/>
          <p:nvPr/>
        </p:nvGrpSpPr>
        <p:grpSpPr>
          <a:xfrm>
            <a:off x="1028700" y="1730280"/>
            <a:ext cx="5292813" cy="5349213"/>
            <a:chOff x="0" y="0"/>
            <a:chExt cx="7057085" cy="7132284"/>
          </a:xfrm>
        </p:grpSpPr>
        <p:sp>
          <p:nvSpPr>
            <p:cNvPr id="23" name="Freeform 23"/>
            <p:cNvSpPr/>
            <p:nvPr/>
          </p:nvSpPr>
          <p:spPr>
            <a:xfrm>
              <a:off x="0" y="0"/>
              <a:ext cx="7057062" cy="7132310"/>
            </a:xfrm>
            <a:custGeom>
              <a:avLst/>
              <a:gdLst/>
              <a:ahLst/>
              <a:cxnLst/>
              <a:rect l="l" t="t" r="r" b="b"/>
              <a:pathLst>
                <a:path w="7057062" h="7132310">
                  <a:moveTo>
                    <a:pt x="1463528" y="0"/>
                  </a:moveTo>
                  <a:lnTo>
                    <a:pt x="5593535" y="0"/>
                  </a:lnTo>
                  <a:cubicBezTo>
                    <a:pt x="5981686" y="0"/>
                    <a:pt x="6353940" y="154193"/>
                    <a:pt x="6628405" y="428657"/>
                  </a:cubicBezTo>
                  <a:cubicBezTo>
                    <a:pt x="6902869" y="703122"/>
                    <a:pt x="7057062" y="1075376"/>
                    <a:pt x="7057062" y="1463528"/>
                  </a:cubicBezTo>
                  <a:lnTo>
                    <a:pt x="7057062" y="5668783"/>
                  </a:lnTo>
                  <a:cubicBezTo>
                    <a:pt x="7057062" y="6477067"/>
                    <a:pt x="6401819" y="7132310"/>
                    <a:pt x="5593535" y="7132310"/>
                  </a:cubicBezTo>
                  <a:lnTo>
                    <a:pt x="1463528" y="7132310"/>
                  </a:lnTo>
                  <a:cubicBezTo>
                    <a:pt x="655244" y="7132310"/>
                    <a:pt x="0" y="6477067"/>
                    <a:pt x="0" y="5668783"/>
                  </a:cubicBezTo>
                  <a:lnTo>
                    <a:pt x="0" y="1463528"/>
                  </a:lnTo>
                  <a:cubicBezTo>
                    <a:pt x="0" y="655244"/>
                    <a:pt x="655244" y="0"/>
                    <a:pt x="1463528" y="0"/>
                  </a:cubicBezTo>
                  <a:close/>
                </a:path>
              </a:pathLst>
            </a:custGeom>
            <a:blipFill>
              <a:blip r:embed="rId3"/>
              <a:stretch>
                <a:fillRect l="-39836" r="-39837"/>
              </a:stretch>
            </a:blipFill>
          </p:spPr>
        </p:sp>
      </p:grpSp>
      <p:sp>
        <p:nvSpPr>
          <p:cNvPr id="24" name="TextBox 24"/>
          <p:cNvSpPr txBox="1"/>
          <p:nvPr/>
        </p:nvSpPr>
        <p:spPr>
          <a:xfrm>
            <a:off x="10008410" y="2419325"/>
            <a:ext cx="9719882" cy="1533560"/>
          </a:xfrm>
          <a:prstGeom prst="rect">
            <a:avLst/>
          </a:prstGeom>
        </p:spPr>
        <p:txBody>
          <a:bodyPr lIns="0" tIns="0" rIns="0" bIns="0" rtlCol="0" anchor="t">
            <a:spAutoFit/>
          </a:bodyPr>
          <a:lstStyle/>
          <a:p>
            <a:pPr algn="l">
              <a:lnSpc>
                <a:spcPts val="12024"/>
              </a:lnSpc>
            </a:pPr>
            <a:r>
              <a:rPr lang="en-US" sz="10020" b="1" u="sng">
                <a:solidFill>
                  <a:srgbClr val="F7F7F7"/>
                </a:solidFill>
                <a:latin typeface="Public Sans Bold"/>
                <a:ea typeface="Public Sans Bold"/>
                <a:cs typeface="Public Sans Bold"/>
                <a:sym typeface="Public Sans Bold"/>
              </a:rPr>
              <a:t>Solution</a:t>
            </a:r>
          </a:p>
        </p:txBody>
      </p:sp>
      <p:sp>
        <p:nvSpPr>
          <p:cNvPr id="25" name="TextBox 25"/>
          <p:cNvSpPr txBox="1"/>
          <p:nvPr/>
        </p:nvSpPr>
        <p:spPr>
          <a:xfrm>
            <a:off x="8275537" y="4486276"/>
            <a:ext cx="9719882" cy="1422435"/>
          </a:xfrm>
          <a:prstGeom prst="rect">
            <a:avLst/>
          </a:prstGeom>
        </p:spPr>
        <p:txBody>
          <a:bodyPr lIns="0" tIns="0" rIns="0" bIns="0" rtlCol="0" anchor="t">
            <a:spAutoFit/>
          </a:bodyPr>
          <a:lstStyle/>
          <a:p>
            <a:pPr algn="l">
              <a:lnSpc>
                <a:spcPts val="5465"/>
              </a:lnSpc>
            </a:pPr>
            <a:r>
              <a:rPr lang="en-US" sz="3903" u="sng">
                <a:solidFill>
                  <a:srgbClr val="F7F7F7"/>
                </a:solidFill>
                <a:latin typeface="Public Sans"/>
                <a:ea typeface="Public Sans"/>
                <a:cs typeface="Public Sans"/>
                <a:sym typeface="Public Sans"/>
              </a:rPr>
              <a:t>Utilizing AI to ensure fair and accurate salary assessments</a:t>
            </a:r>
          </a:p>
        </p:txBody>
      </p:sp>
      <p:sp>
        <p:nvSpPr>
          <p:cNvPr id="26" name="TextBox 26"/>
          <p:cNvSpPr txBox="1"/>
          <p:nvPr/>
        </p:nvSpPr>
        <p:spPr>
          <a:xfrm>
            <a:off x="673100" y="7460493"/>
            <a:ext cx="16230600" cy="2555240"/>
          </a:xfrm>
          <a:prstGeom prst="rect">
            <a:avLst/>
          </a:prstGeom>
        </p:spPr>
        <p:txBody>
          <a:bodyPr lIns="0" tIns="0" rIns="0" bIns="0" rtlCol="0" anchor="t">
            <a:spAutoFit/>
          </a:bodyPr>
          <a:lstStyle/>
          <a:p>
            <a:pPr algn="ctr">
              <a:lnSpc>
                <a:spcPts val="4059"/>
              </a:lnSpc>
              <a:spcBef>
                <a:spcPct val="0"/>
              </a:spcBef>
            </a:pPr>
            <a:r>
              <a:rPr lang="en-US" sz="2899">
                <a:solidFill>
                  <a:srgbClr val="F7F7F7"/>
                </a:solidFill>
                <a:latin typeface="Didact Gothic"/>
                <a:ea typeface="Didact Gothic"/>
                <a:cs typeface="Didact Gothic"/>
                <a:sym typeface="Didact Gothic"/>
              </a:rPr>
              <a:t>Earnalytics is a salary prediction AI designed to support financial planning and equitable compensation. It estimates salaries using age, gender, years of experience, and education. For managing company budgets, this AI enables accurate payroll forecasting while advancing fairness and transparency. This not only guards against underpayment but also improves financial stability and strengthens trust between management and staff.</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365B6D"/>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6C9286"/>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6C9286"/>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6C9286">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6C9286">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1D4355">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1D4355">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41C1BA">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365B6D">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1D4355">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6C9286">
                <a:alpha val="48627"/>
              </a:srgbClr>
            </a:solidFill>
          </p:spPr>
        </p:sp>
      </p:grpSp>
      <p:grpSp>
        <p:nvGrpSpPr>
          <p:cNvPr id="20" name="Group 20"/>
          <p:cNvGrpSpPr/>
          <p:nvPr/>
        </p:nvGrpSpPr>
        <p:grpSpPr>
          <a:xfrm>
            <a:off x="520296" y="209516"/>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grpSp>
        <p:nvGrpSpPr>
          <p:cNvPr id="22" name="Group 22"/>
          <p:cNvGrpSpPr/>
          <p:nvPr/>
        </p:nvGrpSpPr>
        <p:grpSpPr>
          <a:xfrm>
            <a:off x="152443" y="1463411"/>
            <a:ext cx="7772358" cy="5966090"/>
            <a:chOff x="0" y="0"/>
            <a:chExt cx="10731385" cy="7954787"/>
          </a:xfrm>
        </p:grpSpPr>
        <p:sp>
          <p:nvSpPr>
            <p:cNvPr id="23" name="Freeform 23"/>
            <p:cNvSpPr/>
            <p:nvPr/>
          </p:nvSpPr>
          <p:spPr>
            <a:xfrm>
              <a:off x="0" y="0"/>
              <a:ext cx="10731373" cy="7954772"/>
            </a:xfrm>
            <a:custGeom>
              <a:avLst/>
              <a:gdLst/>
              <a:ahLst/>
              <a:cxnLst/>
              <a:rect l="l" t="t" r="r" b="b"/>
              <a:pathLst>
                <a:path w="10731373" h="7954772">
                  <a:moveTo>
                    <a:pt x="1231900" y="0"/>
                  </a:moveTo>
                  <a:lnTo>
                    <a:pt x="9499473" y="0"/>
                  </a:lnTo>
                  <a:cubicBezTo>
                    <a:pt x="10179832" y="0"/>
                    <a:pt x="10731373" y="551540"/>
                    <a:pt x="10731373" y="1231900"/>
                  </a:cubicBezTo>
                  <a:lnTo>
                    <a:pt x="10731373" y="6722872"/>
                  </a:lnTo>
                  <a:cubicBezTo>
                    <a:pt x="10731373" y="7049592"/>
                    <a:pt x="10601584" y="7362930"/>
                    <a:pt x="10370558" y="7593957"/>
                  </a:cubicBezTo>
                  <a:cubicBezTo>
                    <a:pt x="10139531" y="7824983"/>
                    <a:pt x="9826193" y="7954772"/>
                    <a:pt x="9499473" y="7954772"/>
                  </a:cubicBezTo>
                  <a:lnTo>
                    <a:pt x="1231900" y="7954772"/>
                  </a:lnTo>
                  <a:cubicBezTo>
                    <a:pt x="905180" y="7954772"/>
                    <a:pt x="591841" y="7824983"/>
                    <a:pt x="360815" y="7593957"/>
                  </a:cubicBezTo>
                  <a:cubicBezTo>
                    <a:pt x="129789" y="7362930"/>
                    <a:pt x="0" y="7049592"/>
                    <a:pt x="0" y="6722872"/>
                  </a:cubicBezTo>
                  <a:lnTo>
                    <a:pt x="0" y="1231900"/>
                  </a:lnTo>
                  <a:cubicBezTo>
                    <a:pt x="0" y="551540"/>
                    <a:pt x="551540" y="0"/>
                    <a:pt x="1231900" y="0"/>
                  </a:cubicBezTo>
                  <a:close/>
                </a:path>
              </a:pathLst>
            </a:custGeom>
            <a:blipFill>
              <a:blip r:embed="rId3"/>
              <a:stretch>
                <a:fillRect l="-14815" r="-14815"/>
              </a:stretch>
            </a:blipFill>
          </p:spPr>
        </p:sp>
      </p:grpSp>
      <p:sp>
        <p:nvSpPr>
          <p:cNvPr id="24" name="TextBox 24"/>
          <p:cNvSpPr txBox="1"/>
          <p:nvPr/>
        </p:nvSpPr>
        <p:spPr>
          <a:xfrm>
            <a:off x="8955044" y="2709863"/>
            <a:ext cx="7965324" cy="1862137"/>
          </a:xfrm>
          <a:prstGeom prst="rect">
            <a:avLst/>
          </a:prstGeom>
        </p:spPr>
        <p:txBody>
          <a:bodyPr lIns="0" tIns="0" rIns="0" bIns="0" rtlCol="0" anchor="t">
            <a:spAutoFit/>
          </a:bodyPr>
          <a:lstStyle/>
          <a:p>
            <a:pPr algn="l">
              <a:lnSpc>
                <a:spcPts val="7200"/>
              </a:lnSpc>
            </a:pPr>
            <a:r>
              <a:rPr lang="en-US" sz="6000" b="1" u="sng">
                <a:solidFill>
                  <a:srgbClr val="F7F7F7"/>
                </a:solidFill>
                <a:latin typeface="Public Sans Bold"/>
                <a:ea typeface="Public Sans Bold"/>
                <a:cs typeface="Public Sans Bold"/>
                <a:sym typeface="Public Sans Bold"/>
              </a:rPr>
              <a:t>Community Impact of Fair Income</a:t>
            </a:r>
          </a:p>
        </p:txBody>
      </p:sp>
      <p:sp>
        <p:nvSpPr>
          <p:cNvPr id="25" name="TextBox 25"/>
          <p:cNvSpPr txBox="1"/>
          <p:nvPr/>
        </p:nvSpPr>
        <p:spPr>
          <a:xfrm>
            <a:off x="8788399" y="4771788"/>
            <a:ext cx="7965324" cy="1159351"/>
          </a:xfrm>
          <a:prstGeom prst="rect">
            <a:avLst/>
          </a:prstGeom>
        </p:spPr>
        <p:txBody>
          <a:bodyPr lIns="0" tIns="0" rIns="0" bIns="0" rtlCol="0" anchor="t">
            <a:spAutoFit/>
          </a:bodyPr>
          <a:lstStyle/>
          <a:p>
            <a:pPr algn="l">
              <a:lnSpc>
                <a:spcPts val="4480"/>
              </a:lnSpc>
            </a:pPr>
            <a:r>
              <a:rPr lang="en-US" sz="3200" u="sng">
                <a:solidFill>
                  <a:srgbClr val="F7F7F7"/>
                </a:solidFill>
                <a:latin typeface="Public Sans"/>
                <a:ea typeface="Public Sans"/>
                <a:cs typeface="Public Sans"/>
                <a:sym typeface="Public Sans"/>
              </a:rPr>
              <a:t>Promoting equality through fair pay distribution</a:t>
            </a:r>
          </a:p>
        </p:txBody>
      </p:sp>
      <p:sp>
        <p:nvSpPr>
          <p:cNvPr id="26" name="TextBox 26"/>
          <p:cNvSpPr txBox="1"/>
          <p:nvPr/>
        </p:nvSpPr>
        <p:spPr>
          <a:xfrm>
            <a:off x="0" y="7778751"/>
            <a:ext cx="17576799" cy="2061846"/>
          </a:xfrm>
          <a:prstGeom prst="rect">
            <a:avLst/>
          </a:prstGeom>
        </p:spPr>
        <p:txBody>
          <a:bodyPr lIns="0" tIns="0" rIns="0" bIns="0" rtlCol="0" anchor="t">
            <a:spAutoFit/>
          </a:bodyPr>
          <a:lstStyle/>
          <a:p>
            <a:pPr algn="ctr">
              <a:lnSpc>
                <a:spcPts val="4059"/>
              </a:lnSpc>
              <a:spcBef>
                <a:spcPct val="0"/>
              </a:spcBef>
            </a:pPr>
            <a:r>
              <a:rPr lang="en-US" sz="2899" dirty="0">
                <a:solidFill>
                  <a:srgbClr val="F7F7F7"/>
                </a:solidFill>
                <a:latin typeface="Didact Gothic"/>
                <a:ea typeface="Didact Gothic"/>
                <a:cs typeface="Didact Gothic"/>
                <a:sym typeface="Didact Gothic"/>
              </a:rPr>
              <a:t>Beyond individual companies, fair and transparent salary allocation reduces income inequality, promotes workforce stability, and strengthens economic growth in the wider community. It empowers employees, increases local spending, and fosters sustainable industry practices. The company will be able to give back to the community in terms of hiring more people and also offering subsidized services for them.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6C9286"/>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365B6D"/>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365B6D"/>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365B6D">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365B6D">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289DD2">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289DD2">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6C9286">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365B6D">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289DD2">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365B6D">
                <a:alpha val="48627"/>
              </a:srgbClr>
            </a:solidFill>
          </p:spPr>
        </p:sp>
      </p:grpSp>
      <p:sp>
        <p:nvSpPr>
          <p:cNvPr id="20" name="TextBox 20"/>
          <p:cNvSpPr txBox="1"/>
          <p:nvPr/>
        </p:nvSpPr>
        <p:spPr>
          <a:xfrm>
            <a:off x="10297986" y="2163983"/>
            <a:ext cx="6649915" cy="547370"/>
          </a:xfrm>
          <a:prstGeom prst="rect">
            <a:avLst/>
          </a:prstGeom>
        </p:spPr>
        <p:txBody>
          <a:bodyPr lIns="0" tIns="0" rIns="0" bIns="0" rtlCol="0" anchor="t">
            <a:spAutoFit/>
          </a:bodyPr>
          <a:lstStyle/>
          <a:p>
            <a:pPr algn="l">
              <a:lnSpc>
                <a:spcPts val="4479"/>
              </a:lnSpc>
            </a:pPr>
            <a:r>
              <a:rPr lang="en-US" sz="3199" b="1" u="sng">
                <a:solidFill>
                  <a:srgbClr val="F7F7F7"/>
                </a:solidFill>
                <a:latin typeface="Public Sans Bold"/>
                <a:ea typeface="Public Sans Bold"/>
                <a:cs typeface="Public Sans Bold"/>
                <a:sym typeface="Public Sans Bold"/>
              </a:rPr>
              <a:t>Accuracy target</a:t>
            </a:r>
          </a:p>
        </p:txBody>
      </p:sp>
      <p:sp>
        <p:nvSpPr>
          <p:cNvPr id="21" name="TextBox 21"/>
          <p:cNvSpPr txBox="1"/>
          <p:nvPr/>
        </p:nvSpPr>
        <p:spPr>
          <a:xfrm>
            <a:off x="10297986" y="2741894"/>
            <a:ext cx="6649915" cy="986119"/>
          </a:xfrm>
          <a:prstGeom prst="rect">
            <a:avLst/>
          </a:prstGeom>
        </p:spPr>
        <p:txBody>
          <a:bodyPr lIns="0" tIns="0" rIns="0" bIns="0" rtlCol="0" anchor="t">
            <a:spAutoFit/>
          </a:bodyPr>
          <a:lstStyle/>
          <a:p>
            <a:pPr algn="l">
              <a:lnSpc>
                <a:spcPts val="3919"/>
              </a:lnSpc>
            </a:pPr>
            <a:r>
              <a:rPr lang="en-US" sz="2798">
                <a:solidFill>
                  <a:srgbClr val="F7F7F7"/>
                </a:solidFill>
                <a:latin typeface="Public Sans"/>
                <a:ea typeface="Public Sans"/>
                <a:cs typeface="Public Sans"/>
                <a:sym typeface="Public Sans"/>
              </a:rPr>
              <a:t>Achieve </a:t>
            </a:r>
            <a:r>
              <a:rPr lang="en-US" sz="2798" b="1">
                <a:solidFill>
                  <a:srgbClr val="F7F7F7"/>
                </a:solidFill>
                <a:latin typeface="Public Sans Bold"/>
                <a:ea typeface="Public Sans Bold"/>
                <a:cs typeface="Public Sans Bold"/>
                <a:sym typeface="Public Sans Bold"/>
              </a:rPr>
              <a:t>65% accuracy</a:t>
            </a:r>
            <a:r>
              <a:rPr lang="en-US" sz="2798">
                <a:solidFill>
                  <a:srgbClr val="F7F7F7"/>
                </a:solidFill>
                <a:latin typeface="Public Sans"/>
                <a:ea typeface="Public Sans"/>
                <a:cs typeface="Public Sans"/>
                <a:sym typeface="Public Sans"/>
              </a:rPr>
              <a:t> in salary predictions for better budgeting.</a:t>
            </a:r>
          </a:p>
        </p:txBody>
      </p:sp>
      <p:sp>
        <p:nvSpPr>
          <p:cNvPr id="22" name="TextBox 22"/>
          <p:cNvSpPr txBox="1"/>
          <p:nvPr/>
        </p:nvSpPr>
        <p:spPr>
          <a:xfrm>
            <a:off x="10297986" y="4370540"/>
            <a:ext cx="6649915" cy="547370"/>
          </a:xfrm>
          <a:prstGeom prst="rect">
            <a:avLst/>
          </a:prstGeom>
        </p:spPr>
        <p:txBody>
          <a:bodyPr lIns="0" tIns="0" rIns="0" bIns="0" rtlCol="0" anchor="t">
            <a:spAutoFit/>
          </a:bodyPr>
          <a:lstStyle/>
          <a:p>
            <a:pPr algn="l">
              <a:lnSpc>
                <a:spcPts val="4479"/>
              </a:lnSpc>
            </a:pPr>
            <a:r>
              <a:rPr lang="en-US" sz="3199" b="1" u="sng">
                <a:solidFill>
                  <a:srgbClr val="F7F7F7"/>
                </a:solidFill>
                <a:latin typeface="Public Sans Bold"/>
                <a:ea typeface="Public Sans Bold"/>
                <a:cs typeface="Public Sans Bold"/>
                <a:sym typeface="Public Sans Bold"/>
              </a:rPr>
              <a:t>Equity reduction</a:t>
            </a:r>
          </a:p>
        </p:txBody>
      </p:sp>
      <p:sp>
        <p:nvSpPr>
          <p:cNvPr id="23" name="TextBox 23"/>
          <p:cNvSpPr txBox="1"/>
          <p:nvPr/>
        </p:nvSpPr>
        <p:spPr>
          <a:xfrm>
            <a:off x="10297986" y="4948451"/>
            <a:ext cx="6649915" cy="1021677"/>
          </a:xfrm>
          <a:prstGeom prst="rect">
            <a:avLst/>
          </a:prstGeom>
        </p:spPr>
        <p:txBody>
          <a:bodyPr lIns="0" tIns="0" rIns="0" bIns="0" rtlCol="0" anchor="t">
            <a:spAutoFit/>
          </a:bodyPr>
          <a:lstStyle/>
          <a:p>
            <a:pPr algn="l">
              <a:lnSpc>
                <a:spcPts val="4059"/>
              </a:lnSpc>
            </a:pPr>
            <a:r>
              <a:rPr lang="en-US" sz="2898">
                <a:solidFill>
                  <a:srgbClr val="F7F7F7"/>
                </a:solidFill>
                <a:latin typeface="Public Sans"/>
                <a:ea typeface="Public Sans"/>
                <a:cs typeface="Public Sans"/>
                <a:sym typeface="Public Sans"/>
              </a:rPr>
              <a:t>Aim for a </a:t>
            </a:r>
            <a:r>
              <a:rPr lang="en-US" sz="2898" b="1">
                <a:solidFill>
                  <a:srgbClr val="F7F7F7"/>
                </a:solidFill>
                <a:latin typeface="Public Sans Bold"/>
                <a:ea typeface="Public Sans Bold"/>
                <a:cs typeface="Public Sans Bold"/>
                <a:sym typeface="Public Sans Bold"/>
              </a:rPr>
              <a:t>15–20% reduction</a:t>
            </a:r>
            <a:r>
              <a:rPr lang="en-US" sz="2898">
                <a:solidFill>
                  <a:srgbClr val="F7F7F7"/>
                </a:solidFill>
                <a:latin typeface="Public Sans"/>
                <a:ea typeface="Public Sans"/>
                <a:cs typeface="Public Sans"/>
                <a:sym typeface="Public Sans"/>
              </a:rPr>
              <a:t> in salary inequities across demographics.</a:t>
            </a:r>
          </a:p>
        </p:txBody>
      </p:sp>
      <p:sp>
        <p:nvSpPr>
          <p:cNvPr id="24" name="TextBox 24"/>
          <p:cNvSpPr txBox="1"/>
          <p:nvPr/>
        </p:nvSpPr>
        <p:spPr>
          <a:xfrm>
            <a:off x="10297986" y="6577096"/>
            <a:ext cx="6649915" cy="547370"/>
          </a:xfrm>
          <a:prstGeom prst="rect">
            <a:avLst/>
          </a:prstGeom>
        </p:spPr>
        <p:txBody>
          <a:bodyPr lIns="0" tIns="0" rIns="0" bIns="0" rtlCol="0" anchor="t">
            <a:spAutoFit/>
          </a:bodyPr>
          <a:lstStyle/>
          <a:p>
            <a:pPr algn="l">
              <a:lnSpc>
                <a:spcPts val="4479"/>
              </a:lnSpc>
            </a:pPr>
            <a:r>
              <a:rPr lang="en-US" sz="3199" b="1" u="sng">
                <a:solidFill>
                  <a:srgbClr val="F7F7F7"/>
                </a:solidFill>
                <a:latin typeface="Public Sans Bold"/>
                <a:ea typeface="Public Sans Bold"/>
                <a:cs typeface="Public Sans Bold"/>
                <a:sym typeface="Public Sans Bold"/>
              </a:rPr>
              <a:t>Salary range match</a:t>
            </a:r>
          </a:p>
        </p:txBody>
      </p:sp>
      <p:sp>
        <p:nvSpPr>
          <p:cNvPr id="25" name="TextBox 25"/>
          <p:cNvSpPr txBox="1"/>
          <p:nvPr/>
        </p:nvSpPr>
        <p:spPr>
          <a:xfrm>
            <a:off x="10297986" y="7155007"/>
            <a:ext cx="6649915" cy="1021677"/>
          </a:xfrm>
          <a:prstGeom prst="rect">
            <a:avLst/>
          </a:prstGeom>
        </p:spPr>
        <p:txBody>
          <a:bodyPr lIns="0" tIns="0" rIns="0" bIns="0" rtlCol="0" anchor="t">
            <a:spAutoFit/>
          </a:bodyPr>
          <a:lstStyle/>
          <a:p>
            <a:pPr algn="l">
              <a:lnSpc>
                <a:spcPts val="4059"/>
              </a:lnSpc>
            </a:pPr>
            <a:r>
              <a:rPr lang="en-US" sz="2898">
                <a:solidFill>
                  <a:srgbClr val="F7F7F7"/>
                </a:solidFill>
                <a:latin typeface="Public Sans"/>
                <a:ea typeface="Public Sans"/>
                <a:cs typeface="Public Sans"/>
                <a:sym typeface="Public Sans"/>
              </a:rPr>
              <a:t>Ensure </a:t>
            </a:r>
            <a:r>
              <a:rPr lang="en-US" sz="2898" b="1">
                <a:solidFill>
                  <a:srgbClr val="F7F7F7"/>
                </a:solidFill>
                <a:latin typeface="Public Sans Bold"/>
                <a:ea typeface="Public Sans Bold"/>
                <a:cs typeface="Public Sans Bold"/>
                <a:sym typeface="Public Sans Bold"/>
              </a:rPr>
              <a:t>5% salary range match</a:t>
            </a:r>
            <a:r>
              <a:rPr lang="en-US" sz="2898">
                <a:solidFill>
                  <a:srgbClr val="F7F7F7"/>
                </a:solidFill>
                <a:latin typeface="Public Sans"/>
                <a:ea typeface="Public Sans"/>
                <a:cs typeface="Public Sans"/>
                <a:sym typeface="Public Sans"/>
              </a:rPr>
              <a:t> for fair compensation practices.</a:t>
            </a:r>
          </a:p>
        </p:txBody>
      </p:sp>
      <p:sp>
        <p:nvSpPr>
          <p:cNvPr id="26" name="TextBox 26"/>
          <p:cNvSpPr txBox="1"/>
          <p:nvPr/>
        </p:nvSpPr>
        <p:spPr>
          <a:xfrm>
            <a:off x="934102" y="2247327"/>
            <a:ext cx="6571533" cy="2776537"/>
          </a:xfrm>
          <a:prstGeom prst="rect">
            <a:avLst/>
          </a:prstGeom>
        </p:spPr>
        <p:txBody>
          <a:bodyPr lIns="0" tIns="0" rIns="0" bIns="0" rtlCol="0" anchor="t">
            <a:spAutoFit/>
          </a:bodyPr>
          <a:lstStyle/>
          <a:p>
            <a:pPr algn="l">
              <a:lnSpc>
                <a:spcPts val="7200"/>
              </a:lnSpc>
            </a:pPr>
            <a:r>
              <a:rPr lang="en-US" sz="6000" b="1" u="sng">
                <a:solidFill>
                  <a:srgbClr val="F7F7F7"/>
                </a:solidFill>
                <a:latin typeface="Public Sans Bold"/>
                <a:ea typeface="Public Sans Bold"/>
                <a:cs typeface="Public Sans Bold"/>
                <a:sym typeface="Public Sans Bold"/>
              </a:rPr>
              <a:t>Business Objectives Overview</a:t>
            </a:r>
          </a:p>
        </p:txBody>
      </p:sp>
      <p:sp>
        <p:nvSpPr>
          <p:cNvPr id="27" name="TextBox 27"/>
          <p:cNvSpPr txBox="1"/>
          <p:nvPr/>
        </p:nvSpPr>
        <p:spPr>
          <a:xfrm>
            <a:off x="934102" y="5364114"/>
            <a:ext cx="6571533" cy="1159351"/>
          </a:xfrm>
          <a:prstGeom prst="rect">
            <a:avLst/>
          </a:prstGeom>
        </p:spPr>
        <p:txBody>
          <a:bodyPr lIns="0" tIns="0" rIns="0" bIns="0" rtlCol="0" anchor="t">
            <a:spAutoFit/>
          </a:bodyPr>
          <a:lstStyle/>
          <a:p>
            <a:pPr algn="l">
              <a:lnSpc>
                <a:spcPts val="4480"/>
              </a:lnSpc>
            </a:pPr>
            <a:r>
              <a:rPr lang="en-US" sz="3200">
                <a:solidFill>
                  <a:srgbClr val="F7F7F7"/>
                </a:solidFill>
                <a:latin typeface="Public Sans"/>
                <a:ea typeface="Public Sans"/>
                <a:cs typeface="Public Sans"/>
                <a:sym typeface="Public Sans"/>
              </a:rPr>
              <a:t>Focus on key targets for success and equity in salary predictions.</a:t>
            </a:r>
          </a:p>
        </p:txBody>
      </p:sp>
      <p:grpSp>
        <p:nvGrpSpPr>
          <p:cNvPr id="28" name="Group 28"/>
          <p:cNvGrpSpPr/>
          <p:nvPr/>
        </p:nvGrpSpPr>
        <p:grpSpPr>
          <a:xfrm>
            <a:off x="520296" y="209516"/>
            <a:ext cx="5761174" cy="1088838"/>
            <a:chOff x="0" y="0"/>
            <a:chExt cx="7681565" cy="1451784"/>
          </a:xfrm>
        </p:grpSpPr>
        <p:sp>
          <p:nvSpPr>
            <p:cNvPr id="29" name="Freeform 29"/>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41C1BA"/>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365B6D"/>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365B6D"/>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365B6D">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365B6D">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6C9286">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6C9286">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41C1BA">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365B6D">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6C9286">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365B6D">
                <a:alpha val="48627"/>
              </a:srgbClr>
            </a:solidFill>
          </p:spPr>
        </p:sp>
      </p:grpSp>
      <p:sp>
        <p:nvSpPr>
          <p:cNvPr id="20" name="TextBox 20"/>
          <p:cNvSpPr txBox="1"/>
          <p:nvPr/>
        </p:nvSpPr>
        <p:spPr>
          <a:xfrm>
            <a:off x="10297986" y="2154458"/>
            <a:ext cx="6649915" cy="540385"/>
          </a:xfrm>
          <a:prstGeom prst="rect">
            <a:avLst/>
          </a:prstGeom>
        </p:spPr>
        <p:txBody>
          <a:bodyPr lIns="0" tIns="0" rIns="0" bIns="0" rtlCol="0" anchor="t">
            <a:spAutoFit/>
          </a:bodyPr>
          <a:lstStyle/>
          <a:p>
            <a:pPr algn="l">
              <a:lnSpc>
                <a:spcPts val="4339"/>
              </a:lnSpc>
            </a:pPr>
            <a:r>
              <a:rPr lang="en-US" sz="3099" b="1" u="sng">
                <a:solidFill>
                  <a:srgbClr val="1D4355"/>
                </a:solidFill>
                <a:latin typeface="Public Sans Bold"/>
                <a:ea typeface="Public Sans Bold"/>
                <a:cs typeface="Public Sans Bold"/>
                <a:sym typeface="Public Sans Bold"/>
              </a:rPr>
              <a:t>Employee Data</a:t>
            </a:r>
          </a:p>
        </p:txBody>
      </p:sp>
      <p:sp>
        <p:nvSpPr>
          <p:cNvPr id="21" name="TextBox 21"/>
          <p:cNvSpPr txBox="1"/>
          <p:nvPr/>
        </p:nvSpPr>
        <p:spPr>
          <a:xfrm>
            <a:off x="10297986" y="2741894"/>
            <a:ext cx="6649915" cy="1536027"/>
          </a:xfrm>
          <a:prstGeom prst="rect">
            <a:avLst/>
          </a:prstGeom>
        </p:spPr>
        <p:txBody>
          <a:bodyPr lIns="0" tIns="0" rIns="0" bIns="0" rtlCol="0" anchor="t">
            <a:spAutoFit/>
          </a:bodyPr>
          <a:lstStyle/>
          <a:p>
            <a:pPr algn="l">
              <a:lnSpc>
                <a:spcPts val="4059"/>
              </a:lnSpc>
            </a:pPr>
            <a:r>
              <a:rPr lang="en-US" sz="2898">
                <a:solidFill>
                  <a:srgbClr val="F7F7F7"/>
                </a:solidFill>
                <a:latin typeface="Public Sans"/>
                <a:ea typeface="Public Sans"/>
                <a:cs typeface="Public Sans"/>
                <a:sym typeface="Public Sans"/>
              </a:rPr>
              <a:t>Accurate records of employee demographics and salaries are essential.</a:t>
            </a:r>
          </a:p>
        </p:txBody>
      </p:sp>
      <p:sp>
        <p:nvSpPr>
          <p:cNvPr id="22" name="TextBox 22"/>
          <p:cNvSpPr txBox="1"/>
          <p:nvPr/>
        </p:nvSpPr>
        <p:spPr>
          <a:xfrm>
            <a:off x="10297986" y="4361015"/>
            <a:ext cx="6649915" cy="540385"/>
          </a:xfrm>
          <a:prstGeom prst="rect">
            <a:avLst/>
          </a:prstGeom>
        </p:spPr>
        <p:txBody>
          <a:bodyPr lIns="0" tIns="0" rIns="0" bIns="0" rtlCol="0" anchor="t">
            <a:spAutoFit/>
          </a:bodyPr>
          <a:lstStyle/>
          <a:p>
            <a:pPr algn="l">
              <a:lnSpc>
                <a:spcPts val="4339"/>
              </a:lnSpc>
            </a:pPr>
            <a:r>
              <a:rPr lang="en-US" sz="3099" b="1" u="sng">
                <a:solidFill>
                  <a:srgbClr val="1D4355"/>
                </a:solidFill>
                <a:latin typeface="Public Sans Bold"/>
                <a:ea typeface="Public Sans Bold"/>
                <a:cs typeface="Public Sans Bold"/>
                <a:sym typeface="Public Sans Bold"/>
              </a:rPr>
              <a:t>Finance Records</a:t>
            </a:r>
          </a:p>
        </p:txBody>
      </p:sp>
      <p:sp>
        <p:nvSpPr>
          <p:cNvPr id="23" name="TextBox 23"/>
          <p:cNvSpPr txBox="1"/>
          <p:nvPr/>
        </p:nvSpPr>
        <p:spPr>
          <a:xfrm>
            <a:off x="10297986" y="4948451"/>
            <a:ext cx="6649915" cy="1536027"/>
          </a:xfrm>
          <a:prstGeom prst="rect">
            <a:avLst/>
          </a:prstGeom>
        </p:spPr>
        <p:txBody>
          <a:bodyPr lIns="0" tIns="0" rIns="0" bIns="0" rtlCol="0" anchor="t">
            <a:spAutoFit/>
          </a:bodyPr>
          <a:lstStyle/>
          <a:p>
            <a:pPr algn="l">
              <a:lnSpc>
                <a:spcPts val="4059"/>
              </a:lnSpc>
            </a:pPr>
            <a:r>
              <a:rPr lang="en-US" sz="2898">
                <a:solidFill>
                  <a:srgbClr val="F7F7F7"/>
                </a:solidFill>
                <a:latin typeface="Public Sans"/>
                <a:ea typeface="Public Sans"/>
                <a:cs typeface="Public Sans"/>
                <a:sym typeface="Public Sans"/>
              </a:rPr>
              <a:t>Historical financial data aids in predictive salary modeling and budgeting.</a:t>
            </a:r>
          </a:p>
        </p:txBody>
      </p:sp>
      <p:sp>
        <p:nvSpPr>
          <p:cNvPr id="24" name="TextBox 24"/>
          <p:cNvSpPr txBox="1"/>
          <p:nvPr/>
        </p:nvSpPr>
        <p:spPr>
          <a:xfrm>
            <a:off x="10297986" y="6567571"/>
            <a:ext cx="6649915" cy="540385"/>
          </a:xfrm>
          <a:prstGeom prst="rect">
            <a:avLst/>
          </a:prstGeom>
        </p:spPr>
        <p:txBody>
          <a:bodyPr lIns="0" tIns="0" rIns="0" bIns="0" rtlCol="0" anchor="t">
            <a:spAutoFit/>
          </a:bodyPr>
          <a:lstStyle/>
          <a:p>
            <a:pPr algn="l">
              <a:lnSpc>
                <a:spcPts val="4339"/>
              </a:lnSpc>
            </a:pPr>
            <a:r>
              <a:rPr lang="en-US" sz="3099" b="1" u="sng">
                <a:solidFill>
                  <a:srgbClr val="1D4355"/>
                </a:solidFill>
                <a:latin typeface="Public Sans Bold"/>
                <a:ea typeface="Public Sans Bold"/>
                <a:cs typeface="Public Sans Bold"/>
                <a:sym typeface="Public Sans Bold"/>
              </a:rPr>
              <a:t>HR Experts</a:t>
            </a:r>
          </a:p>
        </p:txBody>
      </p:sp>
      <p:sp>
        <p:nvSpPr>
          <p:cNvPr id="25" name="TextBox 25"/>
          <p:cNvSpPr txBox="1"/>
          <p:nvPr/>
        </p:nvSpPr>
        <p:spPr>
          <a:xfrm>
            <a:off x="10297986" y="7155007"/>
            <a:ext cx="6649915" cy="1021677"/>
          </a:xfrm>
          <a:prstGeom prst="rect">
            <a:avLst/>
          </a:prstGeom>
        </p:spPr>
        <p:txBody>
          <a:bodyPr lIns="0" tIns="0" rIns="0" bIns="0" rtlCol="0" anchor="t">
            <a:spAutoFit/>
          </a:bodyPr>
          <a:lstStyle/>
          <a:p>
            <a:pPr algn="l">
              <a:lnSpc>
                <a:spcPts val="4059"/>
              </a:lnSpc>
            </a:pPr>
            <a:r>
              <a:rPr lang="en-US" sz="2898">
                <a:solidFill>
                  <a:srgbClr val="F7F7F7"/>
                </a:solidFill>
                <a:latin typeface="Public Sans"/>
                <a:ea typeface="Public Sans"/>
                <a:cs typeface="Public Sans"/>
                <a:sym typeface="Public Sans"/>
              </a:rPr>
              <a:t>Skilled HR professionals ensure ethical data handling and compliance.</a:t>
            </a:r>
          </a:p>
        </p:txBody>
      </p:sp>
      <p:sp>
        <p:nvSpPr>
          <p:cNvPr id="26" name="TextBox 26"/>
          <p:cNvSpPr txBox="1"/>
          <p:nvPr/>
        </p:nvSpPr>
        <p:spPr>
          <a:xfrm>
            <a:off x="1454398" y="2707775"/>
            <a:ext cx="6571533" cy="2776537"/>
          </a:xfrm>
          <a:prstGeom prst="rect">
            <a:avLst/>
          </a:prstGeom>
        </p:spPr>
        <p:txBody>
          <a:bodyPr lIns="0" tIns="0" rIns="0" bIns="0" rtlCol="0" anchor="t">
            <a:spAutoFit/>
          </a:bodyPr>
          <a:lstStyle/>
          <a:p>
            <a:pPr algn="l">
              <a:lnSpc>
                <a:spcPts val="7200"/>
              </a:lnSpc>
            </a:pPr>
            <a:r>
              <a:rPr lang="en-US" sz="6000" b="1" u="sng">
                <a:solidFill>
                  <a:srgbClr val="1D4355"/>
                </a:solidFill>
                <a:latin typeface="Public Sans Bold"/>
                <a:ea typeface="Public Sans Bold"/>
                <a:cs typeface="Public Sans Bold"/>
                <a:sym typeface="Public Sans Bold"/>
              </a:rPr>
              <a:t>Data Requirements Overview</a:t>
            </a:r>
          </a:p>
        </p:txBody>
      </p:sp>
      <p:sp>
        <p:nvSpPr>
          <p:cNvPr id="27" name="TextBox 27"/>
          <p:cNvSpPr txBox="1"/>
          <p:nvPr/>
        </p:nvSpPr>
        <p:spPr>
          <a:xfrm>
            <a:off x="1454398" y="5824562"/>
            <a:ext cx="6571533" cy="1721326"/>
          </a:xfrm>
          <a:prstGeom prst="rect">
            <a:avLst/>
          </a:prstGeom>
        </p:spPr>
        <p:txBody>
          <a:bodyPr lIns="0" tIns="0" rIns="0" bIns="0" rtlCol="0" anchor="t">
            <a:spAutoFit/>
          </a:bodyPr>
          <a:lstStyle/>
          <a:p>
            <a:pPr algn="l">
              <a:lnSpc>
                <a:spcPts val="4480"/>
              </a:lnSpc>
            </a:pPr>
            <a:r>
              <a:rPr lang="en-US" sz="3200">
                <a:solidFill>
                  <a:srgbClr val="1D4355"/>
                </a:solidFill>
                <a:latin typeface="Public Sans"/>
                <a:ea typeface="Public Sans"/>
                <a:cs typeface="Public Sans"/>
                <a:sym typeface="Public Sans"/>
              </a:rPr>
              <a:t>Essential resources needed for Earnalytics implementation and functionality</a:t>
            </a:r>
          </a:p>
        </p:txBody>
      </p:sp>
      <p:grpSp>
        <p:nvGrpSpPr>
          <p:cNvPr id="28" name="Group 28"/>
          <p:cNvGrpSpPr/>
          <p:nvPr/>
        </p:nvGrpSpPr>
        <p:grpSpPr>
          <a:xfrm>
            <a:off x="869215" y="312877"/>
            <a:ext cx="5761174" cy="1088838"/>
            <a:chOff x="0" y="0"/>
            <a:chExt cx="7681565" cy="1451784"/>
          </a:xfrm>
        </p:grpSpPr>
        <p:sp>
          <p:nvSpPr>
            <p:cNvPr id="29" name="Freeform 29"/>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65B6D"/>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6C9286"/>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6C9286"/>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6C9286">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6C9286">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1D4355">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1D4355">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289DD2">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365B6D">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1D4355">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6C9286">
                <a:alpha val="48627"/>
              </a:srgbClr>
            </a:solidFill>
          </p:spPr>
        </p:sp>
      </p:grpSp>
      <p:grpSp>
        <p:nvGrpSpPr>
          <p:cNvPr id="20" name="Group 20"/>
          <p:cNvGrpSpPr/>
          <p:nvPr/>
        </p:nvGrpSpPr>
        <p:grpSpPr>
          <a:xfrm>
            <a:off x="833954" y="484281"/>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grpSp>
        <p:nvGrpSpPr>
          <p:cNvPr id="22" name="Group 22"/>
          <p:cNvGrpSpPr/>
          <p:nvPr/>
        </p:nvGrpSpPr>
        <p:grpSpPr>
          <a:xfrm>
            <a:off x="305174" y="2879935"/>
            <a:ext cx="7934419" cy="5171730"/>
            <a:chOff x="0" y="0"/>
            <a:chExt cx="10579225" cy="6895640"/>
          </a:xfrm>
        </p:grpSpPr>
        <p:sp>
          <p:nvSpPr>
            <p:cNvPr id="23" name="Freeform 23"/>
            <p:cNvSpPr/>
            <p:nvPr/>
          </p:nvSpPr>
          <p:spPr>
            <a:xfrm>
              <a:off x="0" y="0"/>
              <a:ext cx="10579227" cy="6895592"/>
            </a:xfrm>
            <a:custGeom>
              <a:avLst/>
              <a:gdLst/>
              <a:ahLst/>
              <a:cxnLst/>
              <a:rect l="l" t="t" r="r" b="b"/>
              <a:pathLst>
                <a:path w="10579227" h="6895592">
                  <a:moveTo>
                    <a:pt x="863600" y="0"/>
                  </a:moveTo>
                  <a:lnTo>
                    <a:pt x="9715627" y="0"/>
                  </a:lnTo>
                  <a:cubicBezTo>
                    <a:pt x="9944668" y="0"/>
                    <a:pt x="10164328" y="90986"/>
                    <a:pt x="10326284" y="252943"/>
                  </a:cubicBezTo>
                  <a:cubicBezTo>
                    <a:pt x="10488241" y="414899"/>
                    <a:pt x="10579227" y="634559"/>
                    <a:pt x="10579227" y="863600"/>
                  </a:cubicBezTo>
                  <a:lnTo>
                    <a:pt x="10579227" y="6031992"/>
                  </a:lnTo>
                  <a:cubicBezTo>
                    <a:pt x="10579227" y="6508945"/>
                    <a:pt x="10192580" y="6895592"/>
                    <a:pt x="9715627" y="6895592"/>
                  </a:cubicBezTo>
                  <a:lnTo>
                    <a:pt x="863600" y="6895592"/>
                  </a:lnTo>
                  <a:cubicBezTo>
                    <a:pt x="634559" y="6895592"/>
                    <a:pt x="414899" y="6804606"/>
                    <a:pt x="252943" y="6642650"/>
                  </a:cubicBezTo>
                  <a:cubicBezTo>
                    <a:pt x="90986" y="6480693"/>
                    <a:pt x="0" y="6261033"/>
                    <a:pt x="0" y="6031992"/>
                  </a:cubicBezTo>
                  <a:lnTo>
                    <a:pt x="0" y="863600"/>
                  </a:lnTo>
                  <a:cubicBezTo>
                    <a:pt x="0" y="386647"/>
                    <a:pt x="386647" y="0"/>
                    <a:pt x="863600" y="0"/>
                  </a:cubicBezTo>
                  <a:close/>
                </a:path>
              </a:pathLst>
            </a:custGeom>
            <a:blipFill>
              <a:blip r:embed="rId3"/>
              <a:stretch>
                <a:fillRect l="-13653" r="-13653"/>
              </a:stretch>
            </a:blipFill>
          </p:spPr>
        </p:sp>
      </p:grpSp>
      <p:sp>
        <p:nvSpPr>
          <p:cNvPr id="24" name="TextBox 24"/>
          <p:cNvSpPr txBox="1"/>
          <p:nvPr/>
        </p:nvSpPr>
        <p:spPr>
          <a:xfrm>
            <a:off x="9293976" y="2606556"/>
            <a:ext cx="7965324" cy="947737"/>
          </a:xfrm>
          <a:prstGeom prst="rect">
            <a:avLst/>
          </a:prstGeom>
        </p:spPr>
        <p:txBody>
          <a:bodyPr lIns="0" tIns="0" rIns="0" bIns="0" rtlCol="0" anchor="t">
            <a:spAutoFit/>
          </a:bodyPr>
          <a:lstStyle/>
          <a:p>
            <a:pPr algn="l">
              <a:lnSpc>
                <a:spcPts val="7200"/>
              </a:lnSpc>
            </a:pPr>
            <a:r>
              <a:rPr lang="en-US" sz="6000" b="1" u="sng">
                <a:solidFill>
                  <a:srgbClr val="F7F7F7"/>
                </a:solidFill>
                <a:latin typeface="Public Sans Bold"/>
                <a:ea typeface="Public Sans Bold"/>
                <a:cs typeface="Public Sans Bold"/>
                <a:sym typeface="Public Sans Bold"/>
              </a:rPr>
              <a:t>Constraints and Risks</a:t>
            </a:r>
          </a:p>
        </p:txBody>
      </p:sp>
      <p:sp>
        <p:nvSpPr>
          <p:cNvPr id="25" name="TextBox 25"/>
          <p:cNvSpPr txBox="1"/>
          <p:nvPr/>
        </p:nvSpPr>
        <p:spPr>
          <a:xfrm>
            <a:off x="9293976" y="3844622"/>
            <a:ext cx="7965324" cy="1159351"/>
          </a:xfrm>
          <a:prstGeom prst="rect">
            <a:avLst/>
          </a:prstGeom>
        </p:spPr>
        <p:txBody>
          <a:bodyPr lIns="0" tIns="0" rIns="0" bIns="0" rtlCol="0" anchor="t">
            <a:spAutoFit/>
          </a:bodyPr>
          <a:lstStyle/>
          <a:p>
            <a:pPr algn="l">
              <a:lnSpc>
                <a:spcPts val="4480"/>
              </a:lnSpc>
            </a:pPr>
            <a:r>
              <a:rPr lang="en-US" sz="3200" u="sng">
                <a:solidFill>
                  <a:srgbClr val="F7F7F7"/>
                </a:solidFill>
                <a:latin typeface="Public Sans"/>
                <a:ea typeface="Public Sans"/>
                <a:cs typeface="Public Sans"/>
                <a:sym typeface="Public Sans"/>
              </a:rPr>
              <a:t>Understanding POPIA and bias concerns in AI</a:t>
            </a:r>
          </a:p>
        </p:txBody>
      </p:sp>
      <p:sp>
        <p:nvSpPr>
          <p:cNvPr id="26" name="TextBox 26"/>
          <p:cNvSpPr txBox="1"/>
          <p:nvPr/>
        </p:nvSpPr>
        <p:spPr>
          <a:xfrm>
            <a:off x="9293976" y="5326016"/>
            <a:ext cx="7092530" cy="2553652"/>
          </a:xfrm>
          <a:prstGeom prst="rect">
            <a:avLst/>
          </a:prstGeom>
        </p:spPr>
        <p:txBody>
          <a:bodyPr lIns="0" tIns="0" rIns="0" bIns="0" rtlCol="0" anchor="t">
            <a:spAutoFit/>
          </a:bodyPr>
          <a:lstStyle/>
          <a:p>
            <a:pPr algn="l">
              <a:lnSpc>
                <a:spcPts val="3359"/>
              </a:lnSpc>
            </a:pPr>
            <a:r>
              <a:rPr lang="en-US" sz="2399">
                <a:solidFill>
                  <a:srgbClr val="F7F7F7"/>
                </a:solidFill>
                <a:latin typeface="Public Sans"/>
                <a:ea typeface="Public Sans"/>
                <a:cs typeface="Public Sans"/>
                <a:sym typeface="Public Sans"/>
              </a:rPr>
              <a:t>The </a:t>
            </a:r>
            <a:r>
              <a:rPr lang="en-US" sz="2399" b="1">
                <a:solidFill>
                  <a:srgbClr val="F7F7F7"/>
                </a:solidFill>
                <a:latin typeface="Public Sans Bold"/>
                <a:ea typeface="Public Sans Bold"/>
                <a:cs typeface="Public Sans Bold"/>
                <a:sym typeface="Public Sans Bold"/>
              </a:rPr>
              <a:t>Protection of Personal Information Act (POPIA)</a:t>
            </a:r>
            <a:r>
              <a:rPr lang="en-US" sz="2399">
                <a:solidFill>
                  <a:srgbClr val="F7F7F7"/>
                </a:solidFill>
                <a:latin typeface="Public Sans"/>
                <a:ea typeface="Public Sans"/>
                <a:cs typeface="Public Sans"/>
                <a:sym typeface="Public Sans"/>
              </a:rPr>
              <a:t> ensures data privacy while using AI tools. Addressing potential bias replication in AI models is crucial for maintaining fairness in salary predictions and ensuring equitable treatment across all demographics.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365B6D"/>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F7F7F7"/>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F7F7F7"/>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F7F7F7">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F7F7F7">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289DD2">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289DD2">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365B6D">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F7F7F7">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289DD2">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F7F7F7">
                <a:alpha val="48627"/>
              </a:srgbClr>
            </a:solidFill>
          </p:spPr>
        </p:sp>
      </p:grpSp>
      <p:sp>
        <p:nvSpPr>
          <p:cNvPr id="20" name="TextBox 20"/>
          <p:cNvSpPr txBox="1"/>
          <p:nvPr/>
        </p:nvSpPr>
        <p:spPr>
          <a:xfrm>
            <a:off x="7281884" y="930172"/>
            <a:ext cx="2656759" cy="962025"/>
          </a:xfrm>
          <a:prstGeom prst="rect">
            <a:avLst/>
          </a:prstGeom>
        </p:spPr>
        <p:txBody>
          <a:bodyPr wrap="square" lIns="0" tIns="0" rIns="0" bIns="0" rtlCol="0" anchor="t">
            <a:spAutoFit/>
          </a:bodyPr>
          <a:lstStyle/>
          <a:p>
            <a:pPr algn="l">
              <a:lnSpc>
                <a:spcPts val="7439"/>
              </a:lnSpc>
            </a:pPr>
            <a:r>
              <a:rPr lang="en-US" sz="6199" b="1" u="sng" dirty="0">
                <a:solidFill>
                  <a:srgbClr val="F7F7F7"/>
                </a:solidFill>
                <a:latin typeface="Public Sans Bold"/>
                <a:ea typeface="Public Sans Bold"/>
                <a:cs typeface="Public Sans Bold"/>
                <a:sym typeface="Public Sans Bold"/>
              </a:rPr>
              <a:t>Tools</a:t>
            </a:r>
          </a:p>
        </p:txBody>
      </p:sp>
      <p:grpSp>
        <p:nvGrpSpPr>
          <p:cNvPr id="21" name="Group 21"/>
          <p:cNvGrpSpPr/>
          <p:nvPr/>
        </p:nvGrpSpPr>
        <p:grpSpPr>
          <a:xfrm>
            <a:off x="833954" y="200039"/>
            <a:ext cx="5761174" cy="1088838"/>
            <a:chOff x="0" y="0"/>
            <a:chExt cx="7681565" cy="1451784"/>
          </a:xfrm>
        </p:grpSpPr>
        <p:sp>
          <p:nvSpPr>
            <p:cNvPr id="22" name="Freeform 22"/>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sp>
        <p:nvSpPr>
          <p:cNvPr id="23" name="TextBox 23"/>
          <p:cNvSpPr txBox="1"/>
          <p:nvPr/>
        </p:nvSpPr>
        <p:spPr>
          <a:xfrm>
            <a:off x="1490071" y="1956700"/>
            <a:ext cx="13571209" cy="5178021"/>
          </a:xfrm>
          <a:prstGeom prst="rect">
            <a:avLst/>
          </a:prstGeom>
        </p:spPr>
        <p:txBody>
          <a:bodyPr lIns="0" tIns="0" rIns="0" bIns="0" rtlCol="0" anchor="t">
            <a:spAutoFit/>
          </a:bodyPr>
          <a:lstStyle/>
          <a:p>
            <a:pPr algn="ctr">
              <a:lnSpc>
                <a:spcPts val="3673"/>
              </a:lnSpc>
              <a:spcBef>
                <a:spcPct val="0"/>
              </a:spcBef>
            </a:pPr>
            <a:r>
              <a:rPr lang="en-US" sz="2623" dirty="0">
                <a:solidFill>
                  <a:srgbClr val="F7F7F7"/>
                </a:solidFill>
                <a:latin typeface="Public Sans"/>
                <a:ea typeface="Public Sans"/>
                <a:cs typeface="Public Sans"/>
                <a:sym typeface="Public Sans"/>
              </a:rPr>
              <a:t>• Programming </a:t>
            </a:r>
          </a:p>
          <a:p>
            <a:pPr algn="ctr">
              <a:lnSpc>
                <a:spcPts val="3673"/>
              </a:lnSpc>
              <a:spcBef>
                <a:spcPct val="0"/>
              </a:spcBef>
            </a:pPr>
            <a:endParaRPr lang="en-US" sz="2623" dirty="0">
              <a:solidFill>
                <a:srgbClr val="F7F7F7"/>
              </a:solidFill>
              <a:latin typeface="Public Sans"/>
              <a:ea typeface="Public Sans"/>
              <a:cs typeface="Public Sans"/>
              <a:sym typeface="Public Sans"/>
            </a:endParaRPr>
          </a:p>
          <a:p>
            <a:pPr algn="ctr">
              <a:lnSpc>
                <a:spcPts val="3673"/>
              </a:lnSpc>
              <a:spcBef>
                <a:spcPct val="0"/>
              </a:spcBef>
            </a:pPr>
            <a:r>
              <a:rPr lang="en-US" sz="2623" dirty="0">
                <a:solidFill>
                  <a:srgbClr val="F7F7F7"/>
                </a:solidFill>
                <a:latin typeface="Public Sans"/>
                <a:ea typeface="Public Sans"/>
                <a:cs typeface="Public Sans"/>
                <a:sym typeface="Public Sans"/>
              </a:rPr>
              <a:t>• Python libraries</a:t>
            </a:r>
          </a:p>
          <a:p>
            <a:pPr algn="ctr">
              <a:lnSpc>
                <a:spcPts val="3673"/>
              </a:lnSpc>
              <a:spcBef>
                <a:spcPct val="0"/>
              </a:spcBef>
            </a:pPr>
            <a:r>
              <a:rPr lang="en-US" sz="2623" dirty="0">
                <a:solidFill>
                  <a:srgbClr val="F7F7F7"/>
                </a:solidFill>
                <a:latin typeface="Public Sans"/>
                <a:ea typeface="Public Sans"/>
                <a:cs typeface="Public Sans"/>
                <a:sym typeface="Public Sans"/>
              </a:rPr>
              <a:t> </a:t>
            </a:r>
            <a:r>
              <a:rPr lang="en-US" sz="2623" dirty="0" err="1">
                <a:solidFill>
                  <a:srgbClr val="F7F7F7"/>
                </a:solidFill>
                <a:latin typeface="Public Sans"/>
                <a:ea typeface="Public Sans"/>
                <a:cs typeface="Public Sans"/>
                <a:sym typeface="Public Sans"/>
              </a:rPr>
              <a:t>Sk</a:t>
            </a:r>
            <a:r>
              <a:rPr lang="en-US" sz="2623" dirty="0">
                <a:solidFill>
                  <a:srgbClr val="F7F7F7"/>
                </a:solidFill>
                <a:latin typeface="Public Sans"/>
                <a:ea typeface="Public Sans"/>
                <a:cs typeface="Public Sans"/>
                <a:sym typeface="Public Sans"/>
              </a:rPr>
              <a:t>-learn | Matplotlib | </a:t>
            </a:r>
            <a:r>
              <a:rPr lang="en-US" sz="2623" dirty="0" err="1">
                <a:solidFill>
                  <a:srgbClr val="F7F7F7"/>
                </a:solidFill>
                <a:latin typeface="Public Sans"/>
                <a:ea typeface="Public Sans"/>
                <a:cs typeface="Public Sans"/>
                <a:sym typeface="Public Sans"/>
              </a:rPr>
              <a:t>joblib</a:t>
            </a:r>
            <a:endParaRPr lang="en-US" sz="2623" dirty="0">
              <a:solidFill>
                <a:srgbClr val="F7F7F7"/>
              </a:solidFill>
              <a:latin typeface="Public Sans"/>
              <a:ea typeface="Public Sans"/>
              <a:cs typeface="Public Sans"/>
              <a:sym typeface="Public Sans"/>
            </a:endParaRPr>
          </a:p>
          <a:p>
            <a:pPr algn="ctr">
              <a:lnSpc>
                <a:spcPts val="3673"/>
              </a:lnSpc>
              <a:spcBef>
                <a:spcPct val="0"/>
              </a:spcBef>
            </a:pPr>
            <a:r>
              <a:rPr lang="en-US" sz="2623" dirty="0" err="1">
                <a:solidFill>
                  <a:srgbClr val="F7F7F7"/>
                </a:solidFill>
                <a:latin typeface="Public Sans"/>
                <a:ea typeface="Public Sans"/>
                <a:cs typeface="Public Sans"/>
                <a:sym typeface="Public Sans"/>
              </a:rPr>
              <a:t>Numpy</a:t>
            </a:r>
            <a:r>
              <a:rPr lang="en-US" sz="2623" dirty="0">
                <a:solidFill>
                  <a:srgbClr val="F7F7F7"/>
                </a:solidFill>
                <a:latin typeface="Public Sans"/>
                <a:ea typeface="Public Sans"/>
                <a:cs typeface="Public Sans"/>
                <a:sym typeface="Public Sans"/>
              </a:rPr>
              <a:t> | </a:t>
            </a:r>
            <a:r>
              <a:rPr lang="en-US" sz="2723" dirty="0">
                <a:solidFill>
                  <a:srgbClr val="F7F7F7"/>
                </a:solidFill>
                <a:latin typeface="Public Sans"/>
                <a:ea typeface="Public Sans"/>
                <a:cs typeface="Public Sans"/>
                <a:sym typeface="Public Sans"/>
              </a:rPr>
              <a:t>Pandas | </a:t>
            </a:r>
            <a:r>
              <a:rPr lang="en-US" sz="2623" dirty="0">
                <a:solidFill>
                  <a:srgbClr val="F7F7F7"/>
                </a:solidFill>
                <a:latin typeface="Public Sans"/>
                <a:ea typeface="Public Sans"/>
                <a:cs typeface="Public Sans"/>
                <a:sym typeface="Public Sans"/>
              </a:rPr>
              <a:t>Random </a:t>
            </a:r>
          </a:p>
          <a:p>
            <a:pPr algn="ctr">
              <a:lnSpc>
                <a:spcPts val="3673"/>
              </a:lnSpc>
              <a:spcBef>
                <a:spcPct val="0"/>
              </a:spcBef>
            </a:pPr>
            <a:r>
              <a:rPr lang="en-US" sz="2623" dirty="0" err="1">
                <a:solidFill>
                  <a:srgbClr val="F7F7F7"/>
                </a:solidFill>
                <a:latin typeface="Public Sans"/>
                <a:ea typeface="Public Sans"/>
                <a:cs typeface="Public Sans"/>
                <a:sym typeface="Public Sans"/>
              </a:rPr>
              <a:t>CustomKinter</a:t>
            </a:r>
            <a:r>
              <a:rPr lang="en-US" sz="2623" dirty="0">
                <a:solidFill>
                  <a:srgbClr val="F7F7F7"/>
                </a:solidFill>
                <a:latin typeface="Public Sans"/>
                <a:ea typeface="Public Sans"/>
                <a:cs typeface="Public Sans"/>
                <a:sym typeface="Public Sans"/>
              </a:rPr>
              <a:t> | NLTK</a:t>
            </a:r>
          </a:p>
          <a:p>
            <a:pPr algn="ctr">
              <a:lnSpc>
                <a:spcPts val="3673"/>
              </a:lnSpc>
              <a:spcBef>
                <a:spcPct val="0"/>
              </a:spcBef>
            </a:pPr>
            <a:endParaRPr lang="en-US" sz="2623" dirty="0">
              <a:solidFill>
                <a:srgbClr val="F7F7F7"/>
              </a:solidFill>
              <a:latin typeface="Public Sans"/>
              <a:ea typeface="Public Sans"/>
              <a:cs typeface="Public Sans"/>
              <a:sym typeface="Public Sans"/>
            </a:endParaRPr>
          </a:p>
          <a:p>
            <a:pPr algn="ctr">
              <a:lnSpc>
                <a:spcPts val="3673"/>
              </a:lnSpc>
              <a:spcBef>
                <a:spcPct val="0"/>
              </a:spcBef>
            </a:pPr>
            <a:r>
              <a:rPr lang="en-US" sz="2623" dirty="0">
                <a:solidFill>
                  <a:srgbClr val="F7F7F7"/>
                </a:solidFill>
                <a:latin typeface="Public Sans"/>
                <a:ea typeface="Public Sans"/>
                <a:cs typeface="Public Sans"/>
                <a:sym typeface="Public Sans"/>
              </a:rPr>
              <a:t>GitHub Developer Platform </a:t>
            </a:r>
          </a:p>
          <a:p>
            <a:pPr algn="ctr">
              <a:lnSpc>
                <a:spcPts val="3673"/>
              </a:lnSpc>
              <a:spcBef>
                <a:spcPct val="0"/>
              </a:spcBef>
            </a:pPr>
            <a:r>
              <a:rPr lang="en-US" sz="2623" dirty="0">
                <a:solidFill>
                  <a:srgbClr val="F7F7F7"/>
                </a:solidFill>
                <a:latin typeface="Public Sans"/>
                <a:ea typeface="Public Sans"/>
                <a:cs typeface="Public Sans"/>
                <a:sym typeface="Public Sans"/>
              </a:rPr>
              <a:t> Git | Python IDE | AI programs </a:t>
            </a:r>
          </a:p>
          <a:p>
            <a:pPr algn="ctr">
              <a:lnSpc>
                <a:spcPts val="3673"/>
              </a:lnSpc>
              <a:spcBef>
                <a:spcPct val="0"/>
              </a:spcBef>
            </a:pPr>
            <a:r>
              <a:rPr lang="en-US" sz="2623" dirty="0">
                <a:solidFill>
                  <a:srgbClr val="F7F7F7"/>
                </a:solidFill>
                <a:latin typeface="Public Sans"/>
                <a:ea typeface="Public Sans"/>
                <a:cs typeface="Public Sans"/>
                <a:sym typeface="Public Sans"/>
              </a:rPr>
              <a:t>Word | Canva | Excel | PowerPoint </a:t>
            </a:r>
          </a:p>
          <a:p>
            <a:pPr algn="ctr">
              <a:lnSpc>
                <a:spcPts val="3673"/>
              </a:lnSpc>
              <a:spcBef>
                <a:spcPct val="0"/>
              </a:spcBef>
            </a:pPr>
            <a:r>
              <a:rPr lang="en-US" sz="2623" dirty="0">
                <a:solidFill>
                  <a:srgbClr val="F7F7F7"/>
                </a:solidFill>
                <a:latin typeface="Public Sans"/>
                <a:ea typeface="Public Sans"/>
                <a:cs typeface="Public Sans"/>
                <a:sym typeface="Public Sans"/>
              </a:rPr>
              <a:t>Photoshop | Grammarly</a:t>
            </a:r>
          </a:p>
        </p:txBody>
      </p:sp>
      <p:sp>
        <p:nvSpPr>
          <p:cNvPr id="24" name="AutoShape 4" descr="Image of ">
            <a:extLst>
              <a:ext uri="{FF2B5EF4-FFF2-40B4-BE49-F238E27FC236}">
                <a16:creationId xmlns:a16="http://schemas.microsoft.com/office/drawing/2014/main" id="{20F2E270-F504-486D-BDEF-1D3529C13761}"/>
              </a:ext>
            </a:extLst>
          </p:cNvPr>
          <p:cNvSpPr>
            <a:spLocks noChangeAspect="1" noChangeArrowheads="1"/>
          </p:cNvSpPr>
          <p:nvPr/>
        </p:nvSpPr>
        <p:spPr bwMode="auto">
          <a:xfrm flipH="1" flipV="1">
            <a:off x="2743200" y="-1257300"/>
            <a:ext cx="6248400" cy="62484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ZA"/>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89DD2"/>
        </a:solidFill>
        <a:effectLst/>
      </p:bgPr>
    </p:bg>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F7F7F7"/>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F7F7F7"/>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F7F7F7">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F7F7F7">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365B6D">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365B6D">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289DD2">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F7F7F7">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365B6D">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F7F7F7">
                <a:alpha val="48627"/>
              </a:srgbClr>
            </a:solidFill>
          </p:spPr>
        </p:sp>
      </p:grpSp>
      <p:grpSp>
        <p:nvGrpSpPr>
          <p:cNvPr id="20" name="Group 20"/>
          <p:cNvGrpSpPr/>
          <p:nvPr/>
        </p:nvGrpSpPr>
        <p:grpSpPr>
          <a:xfrm>
            <a:off x="833954" y="200039"/>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sp>
        <p:nvSpPr>
          <p:cNvPr id="22" name="TextBox 22"/>
          <p:cNvSpPr txBox="1"/>
          <p:nvPr/>
        </p:nvSpPr>
        <p:spPr>
          <a:xfrm>
            <a:off x="6872310" y="383474"/>
            <a:ext cx="3657451" cy="721931"/>
          </a:xfrm>
          <a:prstGeom prst="rect">
            <a:avLst/>
          </a:prstGeom>
        </p:spPr>
        <p:txBody>
          <a:bodyPr lIns="0" tIns="0" rIns="0" bIns="0" rtlCol="0" anchor="t">
            <a:spAutoFit/>
          </a:bodyPr>
          <a:lstStyle/>
          <a:p>
            <a:pPr algn="ctr">
              <a:lnSpc>
                <a:spcPts val="5879"/>
              </a:lnSpc>
              <a:spcBef>
                <a:spcPct val="0"/>
              </a:spcBef>
            </a:pPr>
            <a:r>
              <a:rPr lang="en-US" sz="4198" b="1" u="sng" dirty="0">
                <a:solidFill>
                  <a:srgbClr val="F7F7F7"/>
                </a:solidFill>
                <a:latin typeface="Public Sans Bold"/>
                <a:ea typeface="Public Sans Bold"/>
                <a:cs typeface="Public Sans Bold"/>
                <a:sym typeface="Public Sans Bold"/>
              </a:rPr>
              <a:t> TECHNIQUES</a:t>
            </a:r>
          </a:p>
        </p:txBody>
      </p:sp>
      <p:graphicFrame>
        <p:nvGraphicFramePr>
          <p:cNvPr id="25" name="Diagram 24">
            <a:extLst>
              <a:ext uri="{FF2B5EF4-FFF2-40B4-BE49-F238E27FC236}">
                <a16:creationId xmlns:a16="http://schemas.microsoft.com/office/drawing/2014/main" id="{D9EFDC12-C1B0-4F6D-BAF1-EF935B83C144}"/>
              </a:ext>
            </a:extLst>
          </p:cNvPr>
          <p:cNvGraphicFramePr/>
          <p:nvPr>
            <p:extLst>
              <p:ext uri="{D42A27DB-BD31-4B8C-83A1-F6EECF244321}">
                <p14:modId xmlns:p14="http://schemas.microsoft.com/office/powerpoint/2010/main" val="691153019"/>
              </p:ext>
            </p:extLst>
          </p:nvPr>
        </p:nvGraphicFramePr>
        <p:xfrm>
          <a:off x="2616988" y="2476500"/>
          <a:ext cx="12192000" cy="662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3F6FA"/>
        </a:solidFill>
        <a:effectLst/>
      </p:bgPr>
    </p:bg>
    <p:spTree>
      <p:nvGrpSpPr>
        <p:cNvPr id="1" name=""/>
        <p:cNvGrpSpPr/>
        <p:nvPr/>
      </p:nvGrpSpPr>
      <p:grpSpPr>
        <a:xfrm>
          <a:off x="0" y="0"/>
          <a:ext cx="0" cy="0"/>
          <a:chOff x="0" y="0"/>
          <a:chExt cx="0" cy="0"/>
        </a:xfrm>
      </p:grpSpPr>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0B1320">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0B1320">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p:spPr>
          <p:style>
            <a:lnRef idx="2">
              <a:schemeClr val="accent1">
                <a:shade val="50000"/>
              </a:schemeClr>
            </a:lnRef>
            <a:fillRef idx="1">
              <a:schemeClr val="accent1"/>
            </a:fillRef>
            <a:effectRef idx="0">
              <a:schemeClr val="accent1"/>
            </a:effectRef>
            <a:fontRef idx="minor">
              <a:schemeClr val="lt1"/>
            </a:fontRef>
          </p:style>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AFC1D0">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F3F6FA">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p:spPr>
          <p:style>
            <a:lnRef idx="2">
              <a:schemeClr val="accent1">
                <a:shade val="50000"/>
              </a:schemeClr>
            </a:lnRef>
            <a:fillRef idx="1">
              <a:schemeClr val="accent1"/>
            </a:fillRef>
            <a:effectRef idx="0">
              <a:schemeClr val="accent1"/>
            </a:effectRef>
            <a:fontRef idx="minor">
              <a:schemeClr val="lt1"/>
            </a:fontRef>
          </p:style>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AFC1D0">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p:spPr>
          <p:style>
            <a:lnRef idx="2">
              <a:schemeClr val="accent1">
                <a:shade val="50000"/>
              </a:schemeClr>
            </a:lnRef>
            <a:fillRef idx="1">
              <a:schemeClr val="accent1"/>
            </a:fillRef>
            <a:effectRef idx="0">
              <a:schemeClr val="accent1"/>
            </a:effectRef>
            <a:fontRef idx="minor">
              <a:schemeClr val="lt1"/>
            </a:fontRef>
          </p:style>
        </p:sp>
      </p:grpSp>
      <p:grpSp>
        <p:nvGrpSpPr>
          <p:cNvPr id="20" name="Group 20"/>
          <p:cNvGrpSpPr/>
          <p:nvPr/>
        </p:nvGrpSpPr>
        <p:grpSpPr>
          <a:xfrm>
            <a:off x="833954" y="200039"/>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3"/>
              <a:stretch>
                <a:fillRect t="-2789" b="-2793"/>
              </a:stretch>
            </a:blipFill>
          </p:spPr>
        </p:sp>
      </p:grpSp>
      <p:sp>
        <p:nvSpPr>
          <p:cNvPr id="23" name="TextBox 23"/>
          <p:cNvSpPr txBox="1"/>
          <p:nvPr/>
        </p:nvSpPr>
        <p:spPr>
          <a:xfrm>
            <a:off x="5331157" y="1169883"/>
            <a:ext cx="7364760" cy="1564531"/>
          </a:xfrm>
          <a:prstGeom prst="rect">
            <a:avLst/>
          </a:prstGeom>
        </p:spPr>
        <p:txBody>
          <a:bodyPr lIns="0" tIns="0" rIns="0" bIns="0" rtlCol="0" anchor="t">
            <a:spAutoFit/>
          </a:bodyPr>
          <a:lstStyle/>
          <a:p>
            <a:pPr algn="ctr">
              <a:lnSpc>
                <a:spcPts val="6120"/>
              </a:lnSpc>
              <a:spcBef>
                <a:spcPct val="0"/>
              </a:spcBef>
            </a:pPr>
            <a:r>
              <a:rPr lang="en-US" sz="5100" b="1" u="sng" dirty="0">
                <a:solidFill>
                  <a:srgbClr val="135369"/>
                </a:solidFill>
                <a:latin typeface="Public Sans Bold"/>
                <a:ea typeface="Public Sans Bold"/>
                <a:cs typeface="Public Sans Bold"/>
                <a:sym typeface="Public Sans Bold"/>
              </a:rPr>
              <a:t> </a:t>
            </a:r>
            <a:r>
              <a:rPr lang="en-US" sz="5100" b="1" u="sng" dirty="0">
                <a:solidFill>
                  <a:srgbClr val="135369"/>
                </a:solidFill>
                <a:latin typeface="Palatino Linotype" panose="02040502050505030304" pitchFamily="18" charset="0"/>
                <a:ea typeface="Public Sans Bold"/>
                <a:cs typeface="Public Sans Bold"/>
                <a:sym typeface="Public Sans Bold"/>
              </a:rPr>
              <a:t>EVALUATION</a:t>
            </a:r>
            <a:r>
              <a:rPr lang="en-US" sz="5100" b="1" u="sng" dirty="0">
                <a:solidFill>
                  <a:srgbClr val="135369"/>
                </a:solidFill>
                <a:latin typeface="Public Sans Bold"/>
                <a:ea typeface="Public Sans Bold"/>
                <a:cs typeface="Public Sans Bold"/>
                <a:sym typeface="Public Sans Bold"/>
              </a:rPr>
              <a:t> </a:t>
            </a:r>
            <a:r>
              <a:rPr lang="en-US" sz="5100" b="1" u="sng" dirty="0">
                <a:solidFill>
                  <a:srgbClr val="135369"/>
                </a:solidFill>
                <a:latin typeface="Palatino Linotype" panose="02040502050505030304" pitchFamily="18" charset="0"/>
                <a:ea typeface="Public Sans Bold"/>
                <a:cs typeface="Public Sans Bold"/>
                <a:sym typeface="Public Sans Bold"/>
              </a:rPr>
              <a:t>METRICS</a:t>
            </a:r>
          </a:p>
        </p:txBody>
      </p:sp>
      <p:sp>
        <p:nvSpPr>
          <p:cNvPr id="24" name="TextBox 24"/>
          <p:cNvSpPr txBox="1"/>
          <p:nvPr/>
        </p:nvSpPr>
        <p:spPr>
          <a:xfrm>
            <a:off x="53800" y="3616610"/>
            <a:ext cx="3336727" cy="485775"/>
          </a:xfrm>
          <a:prstGeom prst="rect">
            <a:avLst/>
          </a:prstGeom>
        </p:spPr>
        <p:txBody>
          <a:bodyPr lIns="0" tIns="0" rIns="0" bIns="0" rtlCol="0" anchor="t">
            <a:spAutoFit/>
          </a:bodyPr>
          <a:lstStyle/>
          <a:p>
            <a:pPr algn="ctr">
              <a:lnSpc>
                <a:spcPts val="3720"/>
              </a:lnSpc>
              <a:spcBef>
                <a:spcPct val="0"/>
              </a:spcBef>
            </a:pPr>
            <a:r>
              <a:rPr lang="en-US" sz="3100" dirty="0">
                <a:solidFill>
                  <a:srgbClr val="0B1320"/>
                </a:solidFill>
                <a:latin typeface="Public Sans"/>
                <a:ea typeface="Public Sans"/>
                <a:cs typeface="Public Sans"/>
                <a:sym typeface="Public Sans"/>
              </a:rPr>
              <a:t>• Prediction Score </a:t>
            </a:r>
          </a:p>
        </p:txBody>
      </p:sp>
      <p:sp>
        <p:nvSpPr>
          <p:cNvPr id="25" name="TextBox 25"/>
          <p:cNvSpPr txBox="1"/>
          <p:nvPr/>
        </p:nvSpPr>
        <p:spPr>
          <a:xfrm>
            <a:off x="53800" y="4257816"/>
            <a:ext cx="3887986" cy="474489"/>
          </a:xfrm>
          <a:prstGeom prst="rect">
            <a:avLst/>
          </a:prstGeom>
        </p:spPr>
        <p:txBody>
          <a:bodyPr lIns="0" tIns="0" rIns="0" bIns="0" rtlCol="0" anchor="t">
            <a:spAutoFit/>
          </a:bodyPr>
          <a:lstStyle/>
          <a:p>
            <a:pPr algn="ctr">
              <a:lnSpc>
                <a:spcPts val="3720"/>
              </a:lnSpc>
              <a:spcBef>
                <a:spcPct val="0"/>
              </a:spcBef>
            </a:pPr>
            <a:r>
              <a:rPr lang="en-US" sz="3100" dirty="0">
                <a:solidFill>
                  <a:srgbClr val="000000"/>
                </a:solidFill>
                <a:latin typeface="Public Sans"/>
                <a:ea typeface="Public Sans"/>
                <a:cs typeface="Public Sans"/>
                <a:sym typeface="Public Sans"/>
              </a:rPr>
              <a:t>•Mean absolute error</a:t>
            </a:r>
          </a:p>
        </p:txBody>
      </p:sp>
      <p:sp>
        <p:nvSpPr>
          <p:cNvPr id="26" name="TextBox 26"/>
          <p:cNvSpPr txBox="1"/>
          <p:nvPr/>
        </p:nvSpPr>
        <p:spPr>
          <a:xfrm>
            <a:off x="37696" y="5086106"/>
            <a:ext cx="3642717" cy="485775"/>
          </a:xfrm>
          <a:prstGeom prst="rect">
            <a:avLst/>
          </a:prstGeom>
        </p:spPr>
        <p:txBody>
          <a:bodyPr lIns="0" tIns="0" rIns="0" bIns="0" rtlCol="0" anchor="t">
            <a:spAutoFit/>
          </a:bodyPr>
          <a:lstStyle/>
          <a:p>
            <a:pPr algn="ctr">
              <a:lnSpc>
                <a:spcPts val="3720"/>
              </a:lnSpc>
              <a:spcBef>
                <a:spcPct val="0"/>
              </a:spcBef>
            </a:pPr>
            <a:r>
              <a:rPr lang="en-US" sz="3100" dirty="0">
                <a:solidFill>
                  <a:srgbClr val="000000"/>
                </a:solidFill>
                <a:latin typeface="Public Sans"/>
                <a:ea typeface="Public Sans"/>
                <a:cs typeface="Public Sans"/>
                <a:sym typeface="Public Sans"/>
              </a:rPr>
              <a:t>• Mean square error </a:t>
            </a:r>
          </a:p>
        </p:txBody>
      </p:sp>
      <p:sp>
        <p:nvSpPr>
          <p:cNvPr id="27" name="TextBox 27"/>
          <p:cNvSpPr txBox="1"/>
          <p:nvPr/>
        </p:nvSpPr>
        <p:spPr>
          <a:xfrm>
            <a:off x="0" y="6012961"/>
            <a:ext cx="4230588" cy="485775"/>
          </a:xfrm>
          <a:prstGeom prst="rect">
            <a:avLst/>
          </a:prstGeom>
        </p:spPr>
        <p:txBody>
          <a:bodyPr lIns="0" tIns="0" rIns="0" bIns="0" rtlCol="0" anchor="t">
            <a:spAutoFit/>
          </a:bodyPr>
          <a:lstStyle/>
          <a:p>
            <a:pPr algn="ctr">
              <a:lnSpc>
                <a:spcPts val="3720"/>
              </a:lnSpc>
              <a:spcBef>
                <a:spcPct val="0"/>
              </a:spcBef>
            </a:pPr>
            <a:r>
              <a:rPr lang="en-US" sz="3100" dirty="0">
                <a:solidFill>
                  <a:srgbClr val="000000"/>
                </a:solidFill>
                <a:latin typeface="Public Sans"/>
                <a:ea typeface="Public Sans"/>
                <a:cs typeface="Public Sans"/>
                <a:sym typeface="Public Sans"/>
              </a:rPr>
              <a:t>•Median absolute error</a:t>
            </a:r>
          </a:p>
        </p:txBody>
      </p:sp>
      <p:sp>
        <p:nvSpPr>
          <p:cNvPr id="28" name="TextBox 28"/>
          <p:cNvSpPr txBox="1"/>
          <p:nvPr/>
        </p:nvSpPr>
        <p:spPr>
          <a:xfrm>
            <a:off x="0" y="7014194"/>
            <a:ext cx="4403080" cy="485775"/>
          </a:xfrm>
          <a:prstGeom prst="rect">
            <a:avLst/>
          </a:prstGeom>
        </p:spPr>
        <p:txBody>
          <a:bodyPr lIns="0" tIns="0" rIns="0" bIns="0" rtlCol="0" anchor="t">
            <a:spAutoFit/>
          </a:bodyPr>
          <a:lstStyle/>
          <a:p>
            <a:pPr algn="ctr">
              <a:lnSpc>
                <a:spcPts val="3720"/>
              </a:lnSpc>
              <a:spcBef>
                <a:spcPct val="0"/>
              </a:spcBef>
            </a:pPr>
            <a:r>
              <a:rPr lang="en-US" sz="3100" dirty="0">
                <a:solidFill>
                  <a:srgbClr val="000000"/>
                </a:solidFill>
                <a:latin typeface="Public Sans"/>
                <a:ea typeface="Public Sans"/>
                <a:cs typeface="Public Sans"/>
                <a:sym typeface="Public Sans"/>
              </a:rPr>
              <a:t>• Explain variance score </a:t>
            </a:r>
          </a:p>
        </p:txBody>
      </p:sp>
      <p:sp>
        <p:nvSpPr>
          <p:cNvPr id="29" name="TextBox 29"/>
          <p:cNvSpPr txBox="1"/>
          <p:nvPr/>
        </p:nvSpPr>
        <p:spPr>
          <a:xfrm>
            <a:off x="0" y="7929214"/>
            <a:ext cx="1875532" cy="474489"/>
          </a:xfrm>
          <a:prstGeom prst="rect">
            <a:avLst/>
          </a:prstGeom>
        </p:spPr>
        <p:txBody>
          <a:bodyPr lIns="0" tIns="0" rIns="0" bIns="0" rtlCol="0" anchor="t">
            <a:spAutoFit/>
          </a:bodyPr>
          <a:lstStyle/>
          <a:p>
            <a:pPr algn="ctr">
              <a:lnSpc>
                <a:spcPts val="3720"/>
              </a:lnSpc>
              <a:spcBef>
                <a:spcPct val="0"/>
              </a:spcBef>
            </a:pPr>
            <a:r>
              <a:rPr lang="en-US" sz="3100" dirty="0">
                <a:solidFill>
                  <a:srgbClr val="000000"/>
                </a:solidFill>
                <a:latin typeface="Public Sans"/>
                <a:ea typeface="Public Sans"/>
                <a:cs typeface="Public Sans"/>
                <a:sym typeface="Public Sans"/>
              </a:rPr>
              <a:t>• R2Score</a:t>
            </a:r>
          </a:p>
        </p:txBody>
      </p:sp>
      <p:sp>
        <p:nvSpPr>
          <p:cNvPr id="31" name="Arrow: Right 30">
            <a:extLst>
              <a:ext uri="{FF2B5EF4-FFF2-40B4-BE49-F238E27FC236}">
                <a16:creationId xmlns:a16="http://schemas.microsoft.com/office/drawing/2014/main" id="{C43268A4-2C61-497A-85B8-7372B92B837D}"/>
              </a:ext>
            </a:extLst>
          </p:cNvPr>
          <p:cNvSpPr/>
          <p:nvPr/>
        </p:nvSpPr>
        <p:spPr>
          <a:xfrm>
            <a:off x="4634662" y="3505098"/>
            <a:ext cx="978408" cy="484632"/>
          </a:xfrm>
          <a:prstGeom prst="rightArrow">
            <a:avLst/>
          </a:prstGeom>
          <a:ln>
            <a:solidFill>
              <a:srgbClr val="00B050"/>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lang="en-ZA"/>
          </a:p>
        </p:txBody>
      </p:sp>
      <p:sp>
        <p:nvSpPr>
          <p:cNvPr id="32" name="Arrow: Right 31">
            <a:extLst>
              <a:ext uri="{FF2B5EF4-FFF2-40B4-BE49-F238E27FC236}">
                <a16:creationId xmlns:a16="http://schemas.microsoft.com/office/drawing/2014/main" id="{0853607B-1C03-4100-B1DD-4B5E048ACBE2}"/>
              </a:ext>
            </a:extLst>
          </p:cNvPr>
          <p:cNvSpPr/>
          <p:nvPr/>
        </p:nvSpPr>
        <p:spPr>
          <a:xfrm>
            <a:off x="4629317" y="4354105"/>
            <a:ext cx="978408" cy="484632"/>
          </a:xfrm>
          <a:prstGeom prst="rightArrow">
            <a:avLst/>
          </a:prstGeom>
          <a:ln>
            <a:solidFill>
              <a:srgbClr val="00B050"/>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lang="en-ZA"/>
          </a:p>
        </p:txBody>
      </p:sp>
      <p:sp>
        <p:nvSpPr>
          <p:cNvPr id="33" name="Arrow: Right 32">
            <a:extLst>
              <a:ext uri="{FF2B5EF4-FFF2-40B4-BE49-F238E27FC236}">
                <a16:creationId xmlns:a16="http://schemas.microsoft.com/office/drawing/2014/main" id="{974DA4EE-5FF4-4A8B-88CE-888F08A8157D}"/>
              </a:ext>
            </a:extLst>
          </p:cNvPr>
          <p:cNvSpPr/>
          <p:nvPr/>
        </p:nvSpPr>
        <p:spPr>
          <a:xfrm>
            <a:off x="4629317" y="5183533"/>
            <a:ext cx="978408" cy="484632"/>
          </a:xfrm>
          <a:prstGeom prst="rightArrow">
            <a:avLst/>
          </a:prstGeom>
          <a:ln>
            <a:solidFill>
              <a:srgbClr val="00B050"/>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lang="en-ZA"/>
          </a:p>
        </p:txBody>
      </p:sp>
      <p:sp>
        <p:nvSpPr>
          <p:cNvPr id="34" name="Arrow: Right 33">
            <a:extLst>
              <a:ext uri="{FF2B5EF4-FFF2-40B4-BE49-F238E27FC236}">
                <a16:creationId xmlns:a16="http://schemas.microsoft.com/office/drawing/2014/main" id="{656DDBAB-CB75-44C8-8FA6-86411EF30907}"/>
              </a:ext>
            </a:extLst>
          </p:cNvPr>
          <p:cNvSpPr/>
          <p:nvPr/>
        </p:nvSpPr>
        <p:spPr>
          <a:xfrm>
            <a:off x="4629317" y="6012961"/>
            <a:ext cx="978408" cy="484632"/>
          </a:xfrm>
          <a:prstGeom prst="rightArrow">
            <a:avLst/>
          </a:prstGeom>
          <a:ln>
            <a:solidFill>
              <a:srgbClr val="00B050"/>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lang="en-ZA"/>
          </a:p>
        </p:txBody>
      </p:sp>
      <p:sp>
        <p:nvSpPr>
          <p:cNvPr id="35" name="Arrow: Right 34">
            <a:extLst>
              <a:ext uri="{FF2B5EF4-FFF2-40B4-BE49-F238E27FC236}">
                <a16:creationId xmlns:a16="http://schemas.microsoft.com/office/drawing/2014/main" id="{71FD9904-66B5-44FA-904D-5276431EE115}"/>
              </a:ext>
            </a:extLst>
          </p:cNvPr>
          <p:cNvSpPr/>
          <p:nvPr/>
        </p:nvSpPr>
        <p:spPr>
          <a:xfrm>
            <a:off x="4592705" y="7054993"/>
            <a:ext cx="978408" cy="484632"/>
          </a:xfrm>
          <a:prstGeom prst="rightArrow">
            <a:avLst/>
          </a:prstGeom>
          <a:ln>
            <a:solidFill>
              <a:srgbClr val="00B050"/>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lang="en-ZA"/>
          </a:p>
        </p:txBody>
      </p:sp>
      <p:sp>
        <p:nvSpPr>
          <p:cNvPr id="36" name="Arrow: Right 35">
            <a:extLst>
              <a:ext uri="{FF2B5EF4-FFF2-40B4-BE49-F238E27FC236}">
                <a16:creationId xmlns:a16="http://schemas.microsoft.com/office/drawing/2014/main" id="{ACB2B16D-5D29-4EAA-A466-723D81D7A278}"/>
              </a:ext>
            </a:extLst>
          </p:cNvPr>
          <p:cNvSpPr/>
          <p:nvPr/>
        </p:nvSpPr>
        <p:spPr>
          <a:xfrm>
            <a:off x="4592705" y="7965759"/>
            <a:ext cx="978408" cy="484632"/>
          </a:xfrm>
          <a:prstGeom prst="rightArrow">
            <a:avLst/>
          </a:prstGeom>
          <a:ln>
            <a:solidFill>
              <a:srgbClr val="00B050"/>
            </a:solidFill>
          </a:ln>
        </p:spPr>
        <p:style>
          <a:lnRef idx="3">
            <a:schemeClr val="lt1"/>
          </a:lnRef>
          <a:fillRef idx="1">
            <a:schemeClr val="accent5"/>
          </a:fillRef>
          <a:effectRef idx="1">
            <a:schemeClr val="accent5"/>
          </a:effectRef>
          <a:fontRef idx="minor">
            <a:schemeClr val="lt1"/>
          </a:fontRef>
        </p:style>
        <p:txBody>
          <a:bodyPr rtlCol="0" anchor="ctr"/>
          <a:lstStyle/>
          <a:p>
            <a:pPr algn="ctr"/>
            <a:endParaRPr lang="en-ZA"/>
          </a:p>
        </p:txBody>
      </p:sp>
      <p:sp>
        <p:nvSpPr>
          <p:cNvPr id="37" name="Rectangle 5">
            <a:extLst>
              <a:ext uri="{FF2B5EF4-FFF2-40B4-BE49-F238E27FC236}">
                <a16:creationId xmlns:a16="http://schemas.microsoft.com/office/drawing/2014/main" id="{9A337763-6AEA-424A-99A7-11F90854DCF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ZA"/>
          </a:p>
        </p:txBody>
      </p:sp>
      <p:sp>
        <p:nvSpPr>
          <p:cNvPr id="38" name="Rectangle 6">
            <a:extLst>
              <a:ext uri="{FF2B5EF4-FFF2-40B4-BE49-F238E27FC236}">
                <a16:creationId xmlns:a16="http://schemas.microsoft.com/office/drawing/2014/main" id="{B1FCB548-708D-4D48-AC5C-AB98424C0CCA}"/>
              </a:ext>
            </a:extLst>
          </p:cNvPr>
          <p:cNvSpPr>
            <a:spLocks noChangeArrowheads="1"/>
          </p:cNvSpPr>
          <p:nvPr/>
        </p:nvSpPr>
        <p:spPr bwMode="auto">
          <a:xfrm>
            <a:off x="152400" y="15240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ZA"/>
          </a:p>
        </p:txBody>
      </p:sp>
      <p:sp>
        <p:nvSpPr>
          <p:cNvPr id="44" name="TextBox 43">
            <a:extLst>
              <a:ext uri="{FF2B5EF4-FFF2-40B4-BE49-F238E27FC236}">
                <a16:creationId xmlns:a16="http://schemas.microsoft.com/office/drawing/2014/main" id="{944C6EE1-9AF5-4AEA-9737-078F4C92F28E}"/>
              </a:ext>
            </a:extLst>
          </p:cNvPr>
          <p:cNvSpPr txBox="1"/>
          <p:nvPr/>
        </p:nvSpPr>
        <p:spPr>
          <a:xfrm>
            <a:off x="5944272" y="3497308"/>
            <a:ext cx="9246636" cy="461665"/>
          </a:xfrm>
          <a:prstGeom prst="rect">
            <a:avLst/>
          </a:prstGeom>
          <a:noFill/>
        </p:spPr>
        <p:txBody>
          <a:bodyPr wrap="square">
            <a:spAutoFit/>
          </a:bodyPr>
          <a:lstStyle/>
          <a:p>
            <a:r>
              <a:rPr lang="en-US" sz="2400" dirty="0">
                <a:solidFill>
                  <a:srgbClr val="0B1320"/>
                </a:solidFill>
                <a:latin typeface="NSimSun" panose="02010609030101010101" pitchFamily="49" charset="-122"/>
                <a:ea typeface="NSimSun" panose="02010609030101010101" pitchFamily="49" charset="-122"/>
                <a:sym typeface="Public Sans"/>
              </a:rPr>
              <a:t>NUMERICAL ACCURACY OF THE MODEL </a:t>
            </a:r>
            <a:endParaRPr lang="en-ZA" sz="2400" dirty="0">
              <a:latin typeface="NSimSun" panose="02010609030101010101" pitchFamily="49" charset="-122"/>
              <a:ea typeface="NSimSun" panose="02010609030101010101" pitchFamily="49" charset="-122"/>
            </a:endParaRPr>
          </a:p>
        </p:txBody>
      </p:sp>
      <p:sp>
        <p:nvSpPr>
          <p:cNvPr id="46" name="TextBox 45">
            <a:extLst>
              <a:ext uri="{FF2B5EF4-FFF2-40B4-BE49-F238E27FC236}">
                <a16:creationId xmlns:a16="http://schemas.microsoft.com/office/drawing/2014/main" id="{9D380D6D-08DF-49C5-B76A-85AB73B2AA0F}"/>
              </a:ext>
            </a:extLst>
          </p:cNvPr>
          <p:cNvSpPr txBox="1"/>
          <p:nvPr/>
        </p:nvSpPr>
        <p:spPr>
          <a:xfrm>
            <a:off x="5929437" y="4306771"/>
            <a:ext cx="9258414" cy="461665"/>
          </a:xfrm>
          <a:prstGeom prst="rect">
            <a:avLst/>
          </a:prstGeom>
          <a:noFill/>
        </p:spPr>
        <p:txBody>
          <a:bodyPr wrap="square">
            <a:spAutoFit/>
          </a:bodyPr>
          <a:lstStyle/>
          <a:p>
            <a:r>
              <a:rPr lang="en-US" sz="2400" dirty="0">
                <a:solidFill>
                  <a:srgbClr val="0B1320"/>
                </a:solidFill>
                <a:latin typeface="NSimSun" panose="02010609030101010101" pitchFamily="49" charset="-122"/>
                <a:ea typeface="NSimSun" panose="02010609030101010101" pitchFamily="49" charset="-122"/>
                <a:sym typeface="Public Sans"/>
              </a:rPr>
              <a:t>AVARAGE DIFFERENCE BETWEEN DATASET AND MODEL</a:t>
            </a:r>
            <a:endParaRPr lang="en-ZA" sz="2400" dirty="0">
              <a:latin typeface="NSimSun" panose="02010609030101010101" pitchFamily="49" charset="-122"/>
              <a:ea typeface="NSimSun" panose="02010609030101010101" pitchFamily="49" charset="-122"/>
            </a:endParaRPr>
          </a:p>
        </p:txBody>
      </p:sp>
      <p:sp>
        <p:nvSpPr>
          <p:cNvPr id="47" name="TextBox 46">
            <a:extLst>
              <a:ext uri="{FF2B5EF4-FFF2-40B4-BE49-F238E27FC236}">
                <a16:creationId xmlns:a16="http://schemas.microsoft.com/office/drawing/2014/main" id="{6B8B7A70-B45E-419C-8D0D-32DF16626B23}"/>
              </a:ext>
            </a:extLst>
          </p:cNvPr>
          <p:cNvSpPr txBox="1"/>
          <p:nvPr/>
        </p:nvSpPr>
        <p:spPr>
          <a:xfrm>
            <a:off x="5902418" y="5215193"/>
            <a:ext cx="9258414" cy="461665"/>
          </a:xfrm>
          <a:prstGeom prst="rect">
            <a:avLst/>
          </a:prstGeom>
          <a:noFill/>
        </p:spPr>
        <p:txBody>
          <a:bodyPr wrap="square">
            <a:spAutoFit/>
          </a:bodyPr>
          <a:lstStyle/>
          <a:p>
            <a:r>
              <a:rPr lang="en-US" sz="2400" dirty="0">
                <a:solidFill>
                  <a:srgbClr val="0B1320"/>
                </a:solidFill>
                <a:latin typeface="NSimSun" panose="02010609030101010101" pitchFamily="49" charset="-122"/>
                <a:ea typeface="NSimSun" panose="02010609030101010101" pitchFamily="49" charset="-122"/>
                <a:sym typeface="Public Sans"/>
              </a:rPr>
              <a:t>MEASURES ERRORS</a:t>
            </a:r>
            <a:endParaRPr lang="en-ZA" sz="2400" dirty="0">
              <a:latin typeface="NSimSun" panose="02010609030101010101" pitchFamily="49" charset="-122"/>
              <a:ea typeface="NSimSun" panose="02010609030101010101" pitchFamily="49" charset="-122"/>
            </a:endParaRPr>
          </a:p>
        </p:txBody>
      </p:sp>
      <p:sp>
        <p:nvSpPr>
          <p:cNvPr id="48" name="TextBox 47">
            <a:extLst>
              <a:ext uri="{FF2B5EF4-FFF2-40B4-BE49-F238E27FC236}">
                <a16:creationId xmlns:a16="http://schemas.microsoft.com/office/drawing/2014/main" id="{90CB872D-301A-461A-8510-B28C1154E256}"/>
              </a:ext>
            </a:extLst>
          </p:cNvPr>
          <p:cNvSpPr txBox="1"/>
          <p:nvPr/>
        </p:nvSpPr>
        <p:spPr>
          <a:xfrm>
            <a:off x="5921328" y="6061428"/>
            <a:ext cx="9258414" cy="461665"/>
          </a:xfrm>
          <a:prstGeom prst="rect">
            <a:avLst/>
          </a:prstGeom>
          <a:noFill/>
        </p:spPr>
        <p:txBody>
          <a:bodyPr wrap="square">
            <a:spAutoFit/>
          </a:bodyPr>
          <a:lstStyle/>
          <a:p>
            <a:r>
              <a:rPr lang="en-US" sz="2400" dirty="0">
                <a:solidFill>
                  <a:srgbClr val="0B1320"/>
                </a:solidFill>
                <a:latin typeface="NSimSun" panose="02010609030101010101" pitchFamily="49" charset="-122"/>
                <a:ea typeface="NSimSun" panose="02010609030101010101" pitchFamily="49" charset="-122"/>
                <a:sym typeface="Public Sans"/>
              </a:rPr>
              <a:t>MEASURES THE AVARAGE OF ERRORS</a:t>
            </a:r>
            <a:endParaRPr lang="en-ZA" sz="2400" dirty="0">
              <a:latin typeface="NSimSun" panose="02010609030101010101" pitchFamily="49" charset="-122"/>
              <a:ea typeface="NSimSun" panose="02010609030101010101" pitchFamily="49" charset="-122"/>
            </a:endParaRPr>
          </a:p>
        </p:txBody>
      </p:sp>
      <p:sp>
        <p:nvSpPr>
          <p:cNvPr id="49" name="TextBox 48">
            <a:extLst>
              <a:ext uri="{FF2B5EF4-FFF2-40B4-BE49-F238E27FC236}">
                <a16:creationId xmlns:a16="http://schemas.microsoft.com/office/drawing/2014/main" id="{13C5C323-A9BB-4DF6-985B-B1B3C5C4CCCF}"/>
              </a:ext>
            </a:extLst>
          </p:cNvPr>
          <p:cNvSpPr txBox="1"/>
          <p:nvPr/>
        </p:nvSpPr>
        <p:spPr>
          <a:xfrm>
            <a:off x="5912793" y="7092512"/>
            <a:ext cx="9258414" cy="461665"/>
          </a:xfrm>
          <a:prstGeom prst="rect">
            <a:avLst/>
          </a:prstGeom>
          <a:noFill/>
        </p:spPr>
        <p:txBody>
          <a:bodyPr wrap="square">
            <a:spAutoFit/>
          </a:bodyPr>
          <a:lstStyle/>
          <a:p>
            <a:r>
              <a:rPr lang="en-US" sz="2400" dirty="0">
                <a:solidFill>
                  <a:srgbClr val="0B1320"/>
                </a:solidFill>
                <a:latin typeface="NSimSun" panose="02010609030101010101" pitchFamily="49" charset="-122"/>
                <a:ea typeface="NSimSun" panose="02010609030101010101" pitchFamily="49" charset="-122"/>
                <a:sym typeface="Public Sans"/>
              </a:rPr>
              <a:t>EVALUATES THE PERFORMANCE </a:t>
            </a:r>
            <a:endParaRPr lang="en-ZA" sz="2400" dirty="0">
              <a:latin typeface="NSimSun" panose="02010609030101010101" pitchFamily="49" charset="-122"/>
              <a:ea typeface="NSimSun" panose="02010609030101010101" pitchFamily="49" charset="-122"/>
            </a:endParaRPr>
          </a:p>
        </p:txBody>
      </p:sp>
      <p:sp>
        <p:nvSpPr>
          <p:cNvPr id="50" name="TextBox 49">
            <a:extLst>
              <a:ext uri="{FF2B5EF4-FFF2-40B4-BE49-F238E27FC236}">
                <a16:creationId xmlns:a16="http://schemas.microsoft.com/office/drawing/2014/main" id="{BB7968FC-3C9A-4D66-AD22-4C052F13A4FF}"/>
              </a:ext>
            </a:extLst>
          </p:cNvPr>
          <p:cNvSpPr txBox="1"/>
          <p:nvPr/>
        </p:nvSpPr>
        <p:spPr>
          <a:xfrm>
            <a:off x="5825227" y="7907123"/>
            <a:ext cx="10838571" cy="461665"/>
          </a:xfrm>
          <a:prstGeom prst="rect">
            <a:avLst/>
          </a:prstGeom>
          <a:noFill/>
        </p:spPr>
        <p:txBody>
          <a:bodyPr wrap="square">
            <a:spAutoFit/>
          </a:bodyPr>
          <a:lstStyle/>
          <a:p>
            <a:r>
              <a:rPr lang="en-US" sz="2400" dirty="0">
                <a:solidFill>
                  <a:srgbClr val="0B1320"/>
                </a:solidFill>
                <a:latin typeface="NSimSun" panose="02010609030101010101" pitchFamily="49" charset="-122"/>
                <a:ea typeface="NSimSun" panose="02010609030101010101" pitchFamily="49" charset="-122"/>
                <a:sym typeface="Public Sans"/>
              </a:rPr>
              <a:t>MEASURES HOW WELL MODEL PREDICTS APPROXIMATE DATA</a:t>
            </a:r>
            <a:endParaRPr lang="en-ZA" sz="2400" dirty="0">
              <a:latin typeface="NSimSun" panose="02010609030101010101" pitchFamily="49" charset="-122"/>
              <a:ea typeface="NSimSun" panose="02010609030101010101" pitchFamily="49" charset="-122"/>
            </a:endParaRPr>
          </a:p>
        </p:txBody>
      </p:sp>
      <p:pic>
        <p:nvPicPr>
          <p:cNvPr id="1038" name="Picture 14" descr="Calculation - Free education icons">
            <a:extLst>
              <a:ext uri="{FF2B5EF4-FFF2-40B4-BE49-F238E27FC236}">
                <a16:creationId xmlns:a16="http://schemas.microsoft.com/office/drawing/2014/main" id="{59BE78D3-85CE-453E-B234-E80E3CE22A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26007" y="2781284"/>
            <a:ext cx="4876800" cy="48768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007744"/>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007744"/>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007744">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007744">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66DBFF">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66DBFF">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F49728">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FFFFFF">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66DBFF">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007744">
                <a:alpha val="48627"/>
              </a:srgbClr>
            </a:solidFill>
          </p:spPr>
        </p:sp>
      </p:grpSp>
      <p:grpSp>
        <p:nvGrpSpPr>
          <p:cNvPr id="20" name="Group 20"/>
          <p:cNvGrpSpPr/>
          <p:nvPr/>
        </p:nvGrpSpPr>
        <p:grpSpPr>
          <a:xfrm>
            <a:off x="478207" y="251719"/>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pic>
        <p:nvPicPr>
          <p:cNvPr id="26" name="Picture 25">
            <a:extLst>
              <a:ext uri="{FF2B5EF4-FFF2-40B4-BE49-F238E27FC236}">
                <a16:creationId xmlns:a16="http://schemas.microsoft.com/office/drawing/2014/main" id="{93D17D2E-A3DC-4A0E-91D6-BE0C899ABB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8208" y="1945606"/>
            <a:ext cx="16371044" cy="8089675"/>
          </a:xfrm>
          <a:prstGeom prst="rect">
            <a:avLst/>
          </a:prstGeom>
        </p:spPr>
      </p:pic>
      <p:sp>
        <p:nvSpPr>
          <p:cNvPr id="30" name="TextBox 29">
            <a:extLst>
              <a:ext uri="{FF2B5EF4-FFF2-40B4-BE49-F238E27FC236}">
                <a16:creationId xmlns:a16="http://schemas.microsoft.com/office/drawing/2014/main" id="{68066183-68F5-4E1B-83C6-563E4E096931}"/>
              </a:ext>
            </a:extLst>
          </p:cNvPr>
          <p:cNvSpPr txBox="1"/>
          <p:nvPr/>
        </p:nvSpPr>
        <p:spPr>
          <a:xfrm>
            <a:off x="5221997" y="1347246"/>
            <a:ext cx="9152964" cy="646331"/>
          </a:xfrm>
          <a:prstGeom prst="rect">
            <a:avLst/>
          </a:prstGeom>
          <a:noFill/>
        </p:spPr>
        <p:txBody>
          <a:bodyPr wrap="square">
            <a:spAutoFit/>
          </a:bodyPr>
          <a:lstStyle/>
          <a:p>
            <a:r>
              <a:rPr lang="en-US" sz="3600" b="1" dirty="0">
                <a:solidFill>
                  <a:schemeClr val="accent5">
                    <a:lumMod val="75000"/>
                  </a:schemeClr>
                </a:solidFill>
                <a:latin typeface="Public Sans Bold"/>
                <a:sym typeface="Public Sans Bold"/>
              </a:rPr>
              <a:t>Graphic</a:t>
            </a:r>
            <a:r>
              <a:rPr lang="en-US" sz="3600" b="1" dirty="0">
                <a:solidFill>
                  <a:schemeClr val="tx1">
                    <a:lumMod val="75000"/>
                    <a:lumOff val="25000"/>
                  </a:schemeClr>
                </a:solidFill>
                <a:latin typeface="Public Sans Bold"/>
                <a:sym typeface="Public Sans Bold"/>
              </a:rPr>
              <a:t> </a:t>
            </a:r>
            <a:r>
              <a:rPr lang="en-US" sz="3600" b="1" dirty="0">
                <a:solidFill>
                  <a:schemeClr val="accent5">
                    <a:lumMod val="75000"/>
                  </a:schemeClr>
                </a:solidFill>
                <a:latin typeface="Public Sans Bold"/>
                <a:sym typeface="Public Sans Bold"/>
              </a:rPr>
              <a:t>user</a:t>
            </a:r>
            <a:r>
              <a:rPr lang="en-US" sz="3600" b="1" dirty="0">
                <a:solidFill>
                  <a:schemeClr val="tx1">
                    <a:lumMod val="75000"/>
                    <a:lumOff val="25000"/>
                  </a:schemeClr>
                </a:solidFill>
                <a:latin typeface="Public Sans Bold"/>
                <a:sym typeface="Public Sans Bold"/>
              </a:rPr>
              <a:t> </a:t>
            </a:r>
            <a:r>
              <a:rPr lang="en-US" sz="3600" b="1" dirty="0">
                <a:solidFill>
                  <a:schemeClr val="accent5">
                    <a:lumMod val="75000"/>
                  </a:schemeClr>
                </a:solidFill>
                <a:latin typeface="Public Sans Bold"/>
                <a:sym typeface="Public Sans Bold"/>
              </a:rPr>
              <a:t>interface</a:t>
            </a:r>
            <a:r>
              <a:rPr lang="en-US" sz="3600" b="1" dirty="0">
                <a:solidFill>
                  <a:schemeClr val="tx1">
                    <a:lumMod val="75000"/>
                    <a:lumOff val="25000"/>
                  </a:schemeClr>
                </a:solidFill>
                <a:latin typeface="Public Sans Bold"/>
                <a:sym typeface="Public Sans Bold"/>
              </a:rPr>
              <a:t>(</a:t>
            </a:r>
            <a:r>
              <a:rPr lang="en-US" sz="3600" b="1" dirty="0">
                <a:solidFill>
                  <a:schemeClr val="accent5">
                    <a:lumMod val="75000"/>
                  </a:schemeClr>
                </a:solidFill>
                <a:latin typeface="Public Sans Bold"/>
                <a:sym typeface="Public Sans Bold"/>
              </a:rPr>
              <a:t>GUI</a:t>
            </a:r>
            <a:r>
              <a:rPr lang="en-US" sz="3600" b="1" dirty="0">
                <a:solidFill>
                  <a:schemeClr val="tx1">
                    <a:lumMod val="75000"/>
                    <a:lumOff val="25000"/>
                  </a:schemeClr>
                </a:solidFill>
                <a:latin typeface="Public Sans Bold"/>
                <a:sym typeface="Public Sans Bold"/>
              </a:rPr>
              <a:t>)</a:t>
            </a:r>
            <a:endParaRPr lang="en-ZA" sz="3600" dirty="0">
              <a:solidFill>
                <a:schemeClr val="tx1">
                  <a:lumMod val="75000"/>
                  <a:lumOff val="2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rot="4791364">
            <a:off x="9738483" y="5143501"/>
            <a:ext cx="10464870" cy="0"/>
          </a:xfrm>
          <a:prstGeom prst="line">
            <a:avLst/>
          </a:prstGeom>
          <a:ln w="9525" cap="rnd">
            <a:solidFill>
              <a:srgbClr val="007744"/>
            </a:solidFill>
            <a:prstDash val="solid"/>
            <a:headEnd type="none" w="sm" len="sm"/>
            <a:tailEnd type="none" w="sm" len="sm"/>
          </a:ln>
        </p:spPr>
      </p:sp>
      <p:sp>
        <p:nvSpPr>
          <p:cNvPr id="3" name="AutoShape 3"/>
          <p:cNvSpPr/>
          <p:nvPr/>
        </p:nvSpPr>
        <p:spPr>
          <a:xfrm rot="8776573">
            <a:off x="10406482" y="7904561"/>
            <a:ext cx="8608175" cy="0"/>
          </a:xfrm>
          <a:prstGeom prst="line">
            <a:avLst/>
          </a:prstGeom>
          <a:ln w="9525" cap="rnd">
            <a:solidFill>
              <a:srgbClr val="007744"/>
            </a:solidFill>
            <a:prstDash val="solid"/>
            <a:headEnd type="none" w="sm" len="sm"/>
            <a:tailEnd type="none" w="sm" len="sm"/>
          </a:ln>
        </p:spPr>
      </p:sp>
      <p:grpSp>
        <p:nvGrpSpPr>
          <p:cNvPr id="4" name="Group 4"/>
          <p:cNvGrpSpPr/>
          <p:nvPr/>
        </p:nvGrpSpPr>
        <p:grpSpPr>
          <a:xfrm>
            <a:off x="13772214" y="-12700"/>
            <a:ext cx="4511024" cy="10299701"/>
            <a:chOff x="0" y="0"/>
            <a:chExt cx="6014698" cy="13732935"/>
          </a:xfrm>
        </p:grpSpPr>
        <p:sp>
          <p:nvSpPr>
            <p:cNvPr id="5" name="Freeform 5"/>
            <p:cNvSpPr/>
            <p:nvPr/>
          </p:nvSpPr>
          <p:spPr>
            <a:xfrm>
              <a:off x="0" y="0"/>
              <a:ext cx="6014720" cy="13732890"/>
            </a:xfrm>
            <a:custGeom>
              <a:avLst/>
              <a:gdLst/>
              <a:ahLst/>
              <a:cxnLst/>
              <a:rect l="l" t="t" r="r" b="b"/>
              <a:pathLst>
                <a:path w="6014720" h="13732890">
                  <a:moveTo>
                    <a:pt x="4091051" y="0"/>
                  </a:moveTo>
                  <a:lnTo>
                    <a:pt x="6014720" y="0"/>
                  </a:lnTo>
                  <a:lnTo>
                    <a:pt x="6014720" y="13732890"/>
                  </a:lnTo>
                  <a:lnTo>
                    <a:pt x="0" y="13732890"/>
                  </a:lnTo>
                  <a:lnTo>
                    <a:pt x="4091051" y="0"/>
                  </a:lnTo>
                  <a:close/>
                </a:path>
              </a:pathLst>
            </a:custGeom>
            <a:solidFill>
              <a:srgbClr val="007744">
                <a:alpha val="12941"/>
              </a:srgbClr>
            </a:solidFill>
          </p:spPr>
        </p:sp>
      </p:grpSp>
      <p:grpSp>
        <p:nvGrpSpPr>
          <p:cNvPr id="6" name="Group 6"/>
          <p:cNvGrpSpPr/>
          <p:nvPr/>
        </p:nvGrpSpPr>
        <p:grpSpPr>
          <a:xfrm>
            <a:off x="14405163" y="-12700"/>
            <a:ext cx="3882837" cy="10299701"/>
            <a:chOff x="0" y="0"/>
            <a:chExt cx="5177116" cy="13732935"/>
          </a:xfrm>
        </p:grpSpPr>
        <p:sp>
          <p:nvSpPr>
            <p:cNvPr id="7" name="Freeform 7"/>
            <p:cNvSpPr/>
            <p:nvPr/>
          </p:nvSpPr>
          <p:spPr>
            <a:xfrm>
              <a:off x="0" y="0"/>
              <a:ext cx="5177155" cy="13732890"/>
            </a:xfrm>
            <a:custGeom>
              <a:avLst/>
              <a:gdLst/>
              <a:ahLst/>
              <a:cxnLst/>
              <a:rect l="l" t="t" r="r" b="b"/>
              <a:pathLst>
                <a:path w="5177155" h="13732890">
                  <a:moveTo>
                    <a:pt x="0" y="0"/>
                  </a:moveTo>
                  <a:lnTo>
                    <a:pt x="5177155" y="0"/>
                  </a:lnTo>
                  <a:lnTo>
                    <a:pt x="5177155" y="13732890"/>
                  </a:lnTo>
                  <a:lnTo>
                    <a:pt x="2418969" y="13732890"/>
                  </a:lnTo>
                  <a:lnTo>
                    <a:pt x="0" y="0"/>
                  </a:lnTo>
                  <a:close/>
                </a:path>
              </a:pathLst>
            </a:custGeom>
            <a:solidFill>
              <a:srgbClr val="007744">
                <a:alpha val="3922"/>
              </a:srgbClr>
            </a:solidFill>
          </p:spPr>
        </p:sp>
      </p:grpSp>
      <p:grpSp>
        <p:nvGrpSpPr>
          <p:cNvPr id="8" name="Group 8"/>
          <p:cNvGrpSpPr/>
          <p:nvPr/>
        </p:nvGrpSpPr>
        <p:grpSpPr>
          <a:xfrm>
            <a:off x="13398499" y="4572001"/>
            <a:ext cx="4889501" cy="5715000"/>
            <a:chOff x="0" y="0"/>
            <a:chExt cx="6519334" cy="7620000"/>
          </a:xfrm>
        </p:grpSpPr>
        <p:sp>
          <p:nvSpPr>
            <p:cNvPr id="9" name="Freeform 9"/>
            <p:cNvSpPr/>
            <p:nvPr/>
          </p:nvSpPr>
          <p:spPr>
            <a:xfrm>
              <a:off x="0" y="0"/>
              <a:ext cx="6519291" cy="7620000"/>
            </a:xfrm>
            <a:custGeom>
              <a:avLst/>
              <a:gdLst/>
              <a:ahLst/>
              <a:cxnLst/>
              <a:rect l="l" t="t" r="r" b="b"/>
              <a:pathLst>
                <a:path w="6519291" h="7620000">
                  <a:moveTo>
                    <a:pt x="0" y="7620000"/>
                  </a:moveTo>
                  <a:lnTo>
                    <a:pt x="6519291" y="0"/>
                  </a:lnTo>
                  <a:lnTo>
                    <a:pt x="6519291" y="7620000"/>
                  </a:lnTo>
                  <a:close/>
                </a:path>
              </a:pathLst>
            </a:custGeom>
            <a:solidFill>
              <a:srgbClr val="66DBFF">
                <a:alpha val="43529"/>
              </a:srgbClr>
            </a:solidFill>
          </p:spPr>
        </p:sp>
      </p:grpSp>
      <p:grpSp>
        <p:nvGrpSpPr>
          <p:cNvPr id="10" name="Group 10"/>
          <p:cNvGrpSpPr/>
          <p:nvPr/>
        </p:nvGrpSpPr>
        <p:grpSpPr>
          <a:xfrm>
            <a:off x="14001750" y="-12700"/>
            <a:ext cx="4281489" cy="10299701"/>
            <a:chOff x="0" y="0"/>
            <a:chExt cx="5708652" cy="13732935"/>
          </a:xfrm>
        </p:grpSpPr>
        <p:sp>
          <p:nvSpPr>
            <p:cNvPr id="11" name="Freeform 11"/>
            <p:cNvSpPr/>
            <p:nvPr/>
          </p:nvSpPr>
          <p:spPr>
            <a:xfrm>
              <a:off x="0" y="0"/>
              <a:ext cx="5708650" cy="13732890"/>
            </a:xfrm>
            <a:custGeom>
              <a:avLst/>
              <a:gdLst/>
              <a:ahLst/>
              <a:cxnLst/>
              <a:rect l="l" t="t" r="r" b="b"/>
              <a:pathLst>
                <a:path w="5708650" h="13732890">
                  <a:moveTo>
                    <a:pt x="0" y="0"/>
                  </a:moveTo>
                  <a:lnTo>
                    <a:pt x="5708650" y="0"/>
                  </a:lnTo>
                  <a:lnTo>
                    <a:pt x="5708650" y="13732890"/>
                  </a:lnTo>
                  <a:lnTo>
                    <a:pt x="4941443" y="13732890"/>
                  </a:lnTo>
                  <a:lnTo>
                    <a:pt x="0" y="0"/>
                  </a:lnTo>
                  <a:close/>
                </a:path>
              </a:pathLst>
            </a:custGeom>
            <a:solidFill>
              <a:srgbClr val="66DBFF">
                <a:alpha val="24706"/>
              </a:srgbClr>
            </a:solidFill>
          </p:spPr>
        </p:sp>
      </p:grpSp>
      <p:grpSp>
        <p:nvGrpSpPr>
          <p:cNvPr id="12" name="Group 12"/>
          <p:cNvGrpSpPr/>
          <p:nvPr/>
        </p:nvGrpSpPr>
        <p:grpSpPr>
          <a:xfrm>
            <a:off x="16348095" y="-12700"/>
            <a:ext cx="1935141" cy="10299701"/>
            <a:chOff x="0" y="0"/>
            <a:chExt cx="2580188" cy="13732935"/>
          </a:xfrm>
        </p:grpSpPr>
        <p:sp>
          <p:nvSpPr>
            <p:cNvPr id="13" name="Freeform 13"/>
            <p:cNvSpPr/>
            <p:nvPr/>
          </p:nvSpPr>
          <p:spPr>
            <a:xfrm>
              <a:off x="0" y="0"/>
              <a:ext cx="2580259" cy="13732890"/>
            </a:xfrm>
            <a:custGeom>
              <a:avLst/>
              <a:gdLst/>
              <a:ahLst/>
              <a:cxnLst/>
              <a:rect l="l" t="t" r="r" b="b"/>
              <a:pathLst>
                <a:path w="2580259" h="13732890">
                  <a:moveTo>
                    <a:pt x="2039493" y="0"/>
                  </a:moveTo>
                  <a:lnTo>
                    <a:pt x="2580259" y="0"/>
                  </a:lnTo>
                  <a:lnTo>
                    <a:pt x="2580259" y="13732890"/>
                  </a:lnTo>
                  <a:lnTo>
                    <a:pt x="0" y="13732890"/>
                  </a:lnTo>
                  <a:lnTo>
                    <a:pt x="2039493" y="0"/>
                  </a:lnTo>
                  <a:close/>
                </a:path>
              </a:pathLst>
            </a:custGeom>
            <a:solidFill>
              <a:srgbClr val="F49728">
                <a:alpha val="48627"/>
              </a:srgbClr>
            </a:solidFill>
          </p:spPr>
        </p:sp>
      </p:grpSp>
      <p:grpSp>
        <p:nvGrpSpPr>
          <p:cNvPr id="14" name="Group 14"/>
          <p:cNvGrpSpPr/>
          <p:nvPr/>
        </p:nvGrpSpPr>
        <p:grpSpPr>
          <a:xfrm>
            <a:off x="16408499" y="-12700"/>
            <a:ext cx="1874737" cy="10299701"/>
            <a:chOff x="0" y="0"/>
            <a:chExt cx="2499650" cy="13732935"/>
          </a:xfrm>
        </p:grpSpPr>
        <p:sp>
          <p:nvSpPr>
            <p:cNvPr id="15" name="Freeform 15"/>
            <p:cNvSpPr/>
            <p:nvPr/>
          </p:nvSpPr>
          <p:spPr>
            <a:xfrm>
              <a:off x="0" y="0"/>
              <a:ext cx="2499614" cy="13732890"/>
            </a:xfrm>
            <a:custGeom>
              <a:avLst/>
              <a:gdLst/>
              <a:ahLst/>
              <a:cxnLst/>
              <a:rect l="l" t="t" r="r" b="b"/>
              <a:pathLst>
                <a:path w="2499614" h="13732890">
                  <a:moveTo>
                    <a:pt x="0" y="0"/>
                  </a:moveTo>
                  <a:lnTo>
                    <a:pt x="2499614" y="0"/>
                  </a:lnTo>
                  <a:lnTo>
                    <a:pt x="2499614" y="13732890"/>
                  </a:lnTo>
                  <a:lnTo>
                    <a:pt x="2218817" y="13732890"/>
                  </a:lnTo>
                  <a:lnTo>
                    <a:pt x="0" y="0"/>
                  </a:lnTo>
                  <a:close/>
                </a:path>
              </a:pathLst>
            </a:custGeom>
            <a:solidFill>
              <a:srgbClr val="FFFFFF">
                <a:alpha val="63922"/>
              </a:srgbClr>
            </a:solidFill>
          </p:spPr>
        </p:sp>
      </p:grpSp>
      <p:grpSp>
        <p:nvGrpSpPr>
          <p:cNvPr id="16" name="Group 16"/>
          <p:cNvGrpSpPr/>
          <p:nvPr/>
        </p:nvGrpSpPr>
        <p:grpSpPr>
          <a:xfrm>
            <a:off x="15557499" y="5384801"/>
            <a:ext cx="2725738" cy="4902200"/>
            <a:chOff x="0" y="0"/>
            <a:chExt cx="3634318" cy="6536266"/>
          </a:xfrm>
        </p:grpSpPr>
        <p:sp>
          <p:nvSpPr>
            <p:cNvPr id="17" name="Freeform 17"/>
            <p:cNvSpPr/>
            <p:nvPr/>
          </p:nvSpPr>
          <p:spPr>
            <a:xfrm>
              <a:off x="0" y="0"/>
              <a:ext cx="3634359" cy="6536309"/>
            </a:xfrm>
            <a:custGeom>
              <a:avLst/>
              <a:gdLst/>
              <a:ahLst/>
              <a:cxnLst/>
              <a:rect l="l" t="t" r="r" b="b"/>
              <a:pathLst>
                <a:path w="3634359" h="6536309">
                  <a:moveTo>
                    <a:pt x="0" y="6536309"/>
                  </a:moveTo>
                  <a:lnTo>
                    <a:pt x="3634359" y="0"/>
                  </a:lnTo>
                  <a:lnTo>
                    <a:pt x="3634359" y="6536309"/>
                  </a:lnTo>
                  <a:close/>
                </a:path>
              </a:pathLst>
            </a:custGeom>
            <a:solidFill>
              <a:srgbClr val="66DBFF">
                <a:alpha val="43529"/>
              </a:srgbClr>
            </a:solidFill>
          </p:spPr>
        </p:sp>
      </p:grpSp>
      <p:grpSp>
        <p:nvGrpSpPr>
          <p:cNvPr id="18" name="Group 18"/>
          <p:cNvGrpSpPr/>
          <p:nvPr/>
        </p:nvGrpSpPr>
        <p:grpSpPr>
          <a:xfrm>
            <a:off x="0" y="6019801"/>
            <a:ext cx="673100" cy="4267200"/>
            <a:chOff x="0" y="0"/>
            <a:chExt cx="897466" cy="5689600"/>
          </a:xfrm>
        </p:grpSpPr>
        <p:sp>
          <p:nvSpPr>
            <p:cNvPr id="19" name="Freeform 19"/>
            <p:cNvSpPr/>
            <p:nvPr/>
          </p:nvSpPr>
          <p:spPr>
            <a:xfrm>
              <a:off x="0" y="0"/>
              <a:ext cx="897509" cy="5689600"/>
            </a:xfrm>
            <a:custGeom>
              <a:avLst/>
              <a:gdLst/>
              <a:ahLst/>
              <a:cxnLst/>
              <a:rect l="l" t="t" r="r" b="b"/>
              <a:pathLst>
                <a:path w="897509" h="5689600">
                  <a:moveTo>
                    <a:pt x="0" y="5689600"/>
                  </a:moveTo>
                  <a:lnTo>
                    <a:pt x="0" y="0"/>
                  </a:lnTo>
                  <a:lnTo>
                    <a:pt x="897509" y="5689600"/>
                  </a:lnTo>
                  <a:close/>
                </a:path>
              </a:pathLst>
            </a:custGeom>
            <a:solidFill>
              <a:srgbClr val="007744">
                <a:alpha val="48627"/>
              </a:srgbClr>
            </a:solidFill>
          </p:spPr>
        </p:sp>
      </p:grpSp>
      <p:grpSp>
        <p:nvGrpSpPr>
          <p:cNvPr id="20" name="Group 20"/>
          <p:cNvGrpSpPr/>
          <p:nvPr/>
        </p:nvGrpSpPr>
        <p:grpSpPr>
          <a:xfrm>
            <a:off x="478207" y="251719"/>
            <a:ext cx="5761174" cy="1088838"/>
            <a:chOff x="0" y="0"/>
            <a:chExt cx="7681565" cy="1451784"/>
          </a:xfrm>
        </p:grpSpPr>
        <p:sp>
          <p:nvSpPr>
            <p:cNvPr id="21" name="Freeform 21"/>
            <p:cNvSpPr/>
            <p:nvPr/>
          </p:nvSpPr>
          <p:spPr>
            <a:xfrm>
              <a:off x="0" y="0"/>
              <a:ext cx="7681595" cy="1451737"/>
            </a:xfrm>
            <a:custGeom>
              <a:avLst/>
              <a:gdLst/>
              <a:ahLst/>
              <a:cxnLst/>
              <a:rect l="l" t="t" r="r" b="b"/>
              <a:pathLst>
                <a:path w="7681595" h="1451737">
                  <a:moveTo>
                    <a:pt x="0" y="0"/>
                  </a:moveTo>
                  <a:lnTo>
                    <a:pt x="7681595" y="0"/>
                  </a:lnTo>
                  <a:lnTo>
                    <a:pt x="7681595" y="1451737"/>
                  </a:lnTo>
                  <a:lnTo>
                    <a:pt x="0" y="1451737"/>
                  </a:lnTo>
                  <a:lnTo>
                    <a:pt x="0" y="0"/>
                  </a:lnTo>
                  <a:close/>
                </a:path>
              </a:pathLst>
            </a:custGeom>
            <a:blipFill>
              <a:blip r:embed="rId2"/>
              <a:stretch>
                <a:fillRect t="-2789" b="-2793"/>
              </a:stretch>
            </a:blipFill>
          </p:spPr>
        </p:sp>
      </p:grpSp>
      <p:sp>
        <p:nvSpPr>
          <p:cNvPr id="22" name="Freeform 22"/>
          <p:cNvSpPr/>
          <p:nvPr/>
        </p:nvSpPr>
        <p:spPr>
          <a:xfrm>
            <a:off x="5968520" y="4314055"/>
            <a:ext cx="5970671" cy="5970671"/>
          </a:xfrm>
          <a:custGeom>
            <a:avLst/>
            <a:gdLst/>
            <a:ahLst/>
            <a:cxnLst/>
            <a:rect l="l" t="t" r="r" b="b"/>
            <a:pathLst>
              <a:path w="5970671" h="5970671">
                <a:moveTo>
                  <a:pt x="0" y="0"/>
                </a:moveTo>
                <a:lnTo>
                  <a:pt x="5970671" y="0"/>
                </a:lnTo>
                <a:lnTo>
                  <a:pt x="5970671" y="5970671"/>
                </a:lnTo>
                <a:lnTo>
                  <a:pt x="0" y="5970671"/>
                </a:lnTo>
                <a:lnTo>
                  <a:pt x="0" y="0"/>
                </a:lnTo>
                <a:close/>
              </a:path>
            </a:pathLst>
          </a:custGeom>
          <a:blipFill>
            <a:blip r:embed="rId3"/>
            <a:stretch>
              <a:fillRect/>
            </a:stretch>
          </a:blipFill>
        </p:spPr>
      </p:sp>
      <p:sp>
        <p:nvSpPr>
          <p:cNvPr id="23" name="TextBox 23"/>
          <p:cNvSpPr txBox="1"/>
          <p:nvPr/>
        </p:nvSpPr>
        <p:spPr>
          <a:xfrm>
            <a:off x="5647818" y="2205365"/>
            <a:ext cx="6992364" cy="1862137"/>
          </a:xfrm>
          <a:prstGeom prst="rect">
            <a:avLst/>
          </a:prstGeom>
        </p:spPr>
        <p:txBody>
          <a:bodyPr lIns="0" tIns="0" rIns="0" bIns="0" rtlCol="0" anchor="t">
            <a:spAutoFit/>
          </a:bodyPr>
          <a:lstStyle/>
          <a:p>
            <a:pPr algn="l">
              <a:lnSpc>
                <a:spcPts val="7200"/>
              </a:lnSpc>
            </a:pPr>
            <a:r>
              <a:rPr lang="en-US" sz="6000" b="1" u="sng">
                <a:solidFill>
                  <a:srgbClr val="007744"/>
                </a:solidFill>
                <a:latin typeface="Public Sans Bold"/>
                <a:ea typeface="Public Sans Bold"/>
                <a:cs typeface="Public Sans Bold"/>
                <a:sym typeface="Public Sans Bold"/>
              </a:rPr>
              <a:t>Any questions about Earnalytics?</a:t>
            </a:r>
          </a:p>
        </p:txBody>
      </p:sp>
      <p:sp>
        <p:nvSpPr>
          <p:cNvPr id="24" name="TextBox 24"/>
          <p:cNvSpPr txBox="1"/>
          <p:nvPr/>
        </p:nvSpPr>
        <p:spPr>
          <a:xfrm>
            <a:off x="5647818" y="4505326"/>
            <a:ext cx="6992364" cy="507841"/>
          </a:xfrm>
          <a:prstGeom prst="rect">
            <a:avLst/>
          </a:prstGeom>
        </p:spPr>
        <p:txBody>
          <a:bodyPr lIns="0" tIns="0" rIns="0" bIns="0" rtlCol="0" anchor="t">
            <a:spAutoFit/>
          </a:bodyPr>
          <a:lstStyle/>
          <a:p>
            <a:pPr algn="l">
              <a:lnSpc>
                <a:spcPts val="3640"/>
              </a:lnSpc>
            </a:pPr>
            <a:r>
              <a:rPr lang="en-US" sz="2600">
                <a:solidFill>
                  <a:srgbClr val="007744"/>
                </a:solidFill>
                <a:latin typeface="Public Sans"/>
                <a:ea typeface="Public Sans"/>
                <a:cs typeface="Public Sans"/>
                <a:sym typeface="Public Sans"/>
              </a:rPr>
              <a:t>We’d love to hear your thoughts and insights!</a:t>
            </a:r>
          </a:p>
        </p:txBody>
      </p:sp>
    </p:spTree>
    <p:extLst>
      <p:ext uri="{BB962C8B-B14F-4D97-AF65-F5344CB8AC3E}">
        <p14:creationId xmlns:p14="http://schemas.microsoft.com/office/powerpoint/2010/main" val="4008920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1044</TotalTime>
  <Words>598</Words>
  <Application>Microsoft Office PowerPoint</Application>
  <PresentationFormat>Custom</PresentationFormat>
  <Paragraphs>87</Paragraphs>
  <Slides>13</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vt:i4>
      </vt:variant>
    </vt:vector>
  </HeadingPairs>
  <TitlesOfParts>
    <vt:vector size="22" baseType="lpstr">
      <vt:lpstr>Public Sans Bold</vt:lpstr>
      <vt:lpstr>Public Sans</vt:lpstr>
      <vt:lpstr>Arial</vt:lpstr>
      <vt:lpstr>Calibri</vt:lpstr>
      <vt:lpstr>Didact Gothic</vt:lpstr>
      <vt:lpstr>NSimSun</vt:lpstr>
      <vt:lpstr>Cardo</vt:lpstr>
      <vt:lpstr>Palatino Linotype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 Earnalytics.pptx</dc:title>
  <cp:lastModifiedBy>TSHEPANG PHAKANI</cp:lastModifiedBy>
  <cp:revision>11</cp:revision>
  <dcterms:created xsi:type="dcterms:W3CDTF">2006-08-16T00:00:00Z</dcterms:created>
  <dcterms:modified xsi:type="dcterms:W3CDTF">2025-10-21T07:08:21Z</dcterms:modified>
  <dc:identifier>DAG2RkdYa1M</dc:identifier>
</cp:coreProperties>
</file>